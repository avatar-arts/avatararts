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ppt/slideLayouts/slideLayout2.xml" Type="http://schemas.openxmlformats.org/officeDocument/2006/relationships/slideLayout"/><Relationship Id="rId6" Target="ppt/slideLayouts/slideLayout3.xml" Type="http://schemas.openxmlformats.org/officeDocument/2006/relationships/slideLayout"/><Relationship Id="rId7" Target="ppt/slideLayouts/slideLayout4.xml" Type="http://schemas.openxmlformats.org/officeDocument/2006/relationships/slideLayout"/><Relationship Id="rId8" Target="ppt/slideLayouts/slideLayout5.xml" Type="http://schemas.openxmlformats.org/officeDocument/2006/relationships/slideLayout"/><Relationship Id="rId9" Target="ppt/slideLayouts/slideLayout6.xml" Type="http://schemas.openxmlformats.org/officeDocument/2006/relationships/slideLayout"/></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 Id="rId3" Target="../media/image2.jpe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solidFill>
      </p:bgPr>
    </p:bg>
    <p:spTree>
      <p:nvGrpSpPr>
        <p:cNvPr id="1" name=""/>
        <p:cNvGrpSpPr/>
        <p:nvPr/>
      </p:nvGrpSpPr>
      <p:grpSpPr>
        <a:xfrm>
          <a:off x="0" y="0"/>
          <a:ext cx="0" cy="0"/>
          <a:chOff x="0" y="0"/>
          <a:chExt cx="0" cy="0"/>
        </a:xfrm>
      </p:grpSpPr>
      <p:pic>
        <p:nvPicPr>
          <p:cNvPr name="image2.png" id="2"/>
          <p:cNvPicPr>
            <a:picLocks noChangeAspect="true"/>
          </p:cNvPicPr>
          <p:nvPr/>
        </p:nvPicPr>
        <p:blipFill>
          <a:blip r:embed="rId2"/>
          <a:stretch>
            <a:fillRect t="0" l="0" b="0" r="0"/>
          </a:stretch>
        </p:blipFill>
        <p:spPr>
          <a:xfrm flipV="true">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flipV="true">
            <a:off x="0" y="0"/>
            <a:ext cx="12191998" cy="6858000"/>
            <a:chOff x="0" y="0"/>
            <a:chExt cx="12191998" cy="6858000"/>
          </a:xfrm>
        </p:grpSpPr>
        <p:sp>
          <p:nvSpPr>
            <p:cNvPr name="AutoShape 3" id="3"/>
            <p:cNvSpPr/>
            <p:nvPr/>
          </p:nvSpPr>
          <p:spPr>
            <a:xfrm>
              <a:off x="0" y="0"/>
              <a:ext cx="12191998" cy="6858000"/>
            </a:xfrm>
            <a:prstGeom prst="rect">
              <a:avLst/>
            </a:prstGeom>
            <a:solidFill>
              <a:srgbClr val="000000"/>
            </a:solidFill>
            <a:ln>
              <a:noFill/>
            </a:ln>
          </p:spPr>
          <p:txBody>
            <a:bodyPr vert="horz" anchor="ctr" tIns="45720" lIns="91440" bIns="45720" rIns="91440">
              <a:normAutofit/>
            </a:bodyPr>
            <a:p>
              <a:pPr algn="ctr" marL="0"/>
            </a:p>
          </p:txBody>
        </p:sp>
        <p:pic>
          <p:nvPicPr>
            <p:cNvPr name="image1.jpeg" id="4"/>
            <p:cNvPicPr>
              <a:picLocks noChangeAspect="true"/>
            </p:cNvPicPr>
            <p:nvPr/>
          </p:nvPicPr>
          <p:blipFill>
            <a:blip r:embed="rId2"/>
            <a:stretch>
              <a:fillRect t="0" l="0" b="0" r="0"/>
            </a:stretch>
          </p:blipFill>
          <p:spPr>
            <a:xfrm>
              <a:off x="0" y="0"/>
              <a:ext cx="10287000" cy="6858000"/>
            </a:xfrm>
            <a:prstGeom prst="rect">
              <a:avLst/>
            </a:prstGeom>
          </p:spPr>
        </p:pic>
      </p:grpSp>
      <p:sp>
        <p:nvSpPr>
          <p:cNvPr name="AutoShape 5" id="5"/>
          <p:cNvSpPr/>
          <p:nvPr>
            <p:ph type="ctrTitle"/>
          </p:nvPr>
        </p:nvSpPr>
        <p:spPr>
          <a:xfrm>
            <a:off x="6080815" y="2070007"/>
            <a:ext cx="5668126" cy="2387600"/>
          </a:xfrm>
        </p:spPr>
        <p:txBody>
          <a:bodyPr vert="horz" anchor="b" tIns="45720" lIns="91440" bIns="45720" rIns="91440">
            <a:normAutofit/>
          </a:bodyPr>
          <a:p>
            <a:pPr algn="l" marL="0">
              <a:lnSpc>
                <a:spcPct val="100000"/>
              </a:lnSpc>
              <a:spcBef>
                <a:spcPct val="0"/>
              </a:spcBef>
            </a:pPr>
            <a:r>
              <a:rPr lang="en-US" b="true" i="true" sz="4800" baseline="0" u="none">
                <a:solidFill>
                  <a:srgbClr val="FFFFFF"/>
                </a:solidFill>
                <a:latin typeface="Arial"/>
                <a:ea typeface="Arial"/>
              </a:rPr>
              <a:t>Click to edit Master title style </a:t>
            </a:r>
          </a:p>
        </p:txBody>
      </p:sp>
      <p:sp>
        <p:nvSpPr>
          <p:cNvPr name="AutoShape 6" id="6"/>
          <p:cNvSpPr/>
          <p:nvPr>
            <p:ph type="subTitle" idx="1"/>
          </p:nvPr>
        </p:nvSpPr>
        <p:spPr>
          <a:xfrm>
            <a:off x="6093513" y="4475308"/>
            <a:ext cx="5391606" cy="931862"/>
          </a:xfrm>
        </p:spPr>
        <p:txBody>
          <a:bodyPr vert="horz" anchor="t" tIns="45720" lIns="91440" bIns="45720" rIns="91440">
            <a:normAutofit/>
          </a:bodyPr>
          <a:p>
            <a:pPr algn="l" indent="0" marL="0">
              <a:lnSpc>
                <a:spcPct val="150000"/>
              </a:lnSpc>
              <a:spcBef>
                <a:spcPct val="0"/>
              </a:spcBef>
            </a:pPr>
            <a:r>
              <a:rPr lang="en-US" b="false" i="true" sz="1000" baseline="0" u="none">
                <a:solidFill>
                  <a:srgbClr val="FFFFFF">
                    <a:alpha val="50000"/>
                  </a:srgbClr>
                </a:solidFill>
                <a:latin typeface="Arial"/>
                <a:ea typeface="Arial"/>
              </a:rPr>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bg>
      <p:bgPr>
        <a:solidFill>
          <a:srgbClr val="000000"/>
        </a:solidFill>
      </p:bgPr>
    </p:bg>
    <p:spTree>
      <p:nvGrpSpPr>
        <p:cNvPr id="1" name=""/>
        <p:cNvGrpSpPr/>
        <p:nvPr/>
      </p:nvGrpSpPr>
      <p:grpSpPr>
        <a:xfrm>
          <a:off x="0" y="0"/>
          <a:ext cx="0" cy="0"/>
          <a:chOff x="0" y="0"/>
          <a:chExt cx="0" cy="0"/>
        </a:xfrm>
      </p:grpSpPr>
      <p:pic>
        <p:nvPicPr>
          <p:cNvPr name="image2.png" id="2"/>
          <p:cNvPicPr>
            <a:picLocks noChangeAspect="true"/>
          </p:cNvPicPr>
          <p:nvPr/>
        </p:nvPicPr>
        <p:blipFill>
          <a:blip r:embed="rId2"/>
          <a:stretch>
            <a:fillRect t="0" l="0" b="0" r="0"/>
          </a:stretch>
        </p:blipFill>
        <p:spPr>
          <a:xfrm flipV="true">
            <a:off x="0" y="0"/>
            <a:ext cx="12192000" cy="6858000"/>
          </a:xfrm>
          <a:prstGeom prst="rect">
            <a:avLst/>
          </a:prstGeom>
        </p:spPr>
      </p:pic>
      <p:sp>
        <p:nvSpPr>
          <p:cNvPr name="AutoShape 3" id="3"/>
          <p:cNvSpPr/>
          <p:nvPr/>
        </p:nvSpPr>
        <p:spPr>
          <a:xfrm>
            <a:off x="7478022" y="1466850"/>
            <a:ext cx="4387914" cy="4667250"/>
          </a:xfrm>
          <a:prstGeom prst="parallelogram">
            <a:avLst>
              <a:gd name="adj" fmla="val 34424"/>
            </a:avLst>
          </a:pr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AutoShape 4" id="4"/>
          <p:cNvSpPr/>
          <p:nvPr/>
        </p:nvSpPr>
        <p:spPr>
          <a:xfrm>
            <a:off x="7135122" y="1130300"/>
            <a:ext cx="4387914" cy="4667250"/>
          </a:xfrm>
          <a:prstGeom prst="parallelogram">
            <a:avLst>
              <a:gd name="adj" fmla="val 34424"/>
            </a:avLst>
          </a:prstGeom>
          <a:blipFill>
            <a:blip r:embed="rId3">
              <a:duotone>
                <a:prstClr val="black"/>
                <a:schemeClr val="accent1">
                  <a:satMod val="400000"/>
                  <a:tint val="45000"/>
                </a:schemeClr>
              </a:duotone>
            </a:blip>
            <a:stretch>
              <a:fillRect t="0" l="2" b="0" r="2"/>
            </a:stretch>
          </a:blipFill>
          <a:ln cap="flat" cmpd="sng">
            <a:noFill/>
            <a:prstDash val="solid"/>
            <a:miter lim="800000"/>
          </a:ln>
          <a:effectLst/>
        </p:spPr>
        <p:txBody>
          <a:bodyPr vert="horz" anchor="ctr" tIns="45720" lIns="91440" bIns="45720" rIns="91440">
            <a:normAutofit/>
          </a:bodyPr>
          <a:p>
            <a:pPr algn="ctr" marL="0"/>
          </a:p>
        </p:txBody>
      </p:sp>
      <p:sp>
        <p:nvSpPr>
          <p:cNvPr name="AutoShape 5" id="5"/>
          <p:cNvSpPr/>
          <p:nvPr/>
        </p:nvSpPr>
        <p:spPr>
          <a:xfrm>
            <a:off x="8865497" y="4993280"/>
            <a:ext cx="2468142" cy="336550"/>
          </a:xfrm>
          <a:prstGeom prst="parallelogram">
            <a:avLst>
              <a:gd name="adj" fmla="val 34424"/>
            </a:avLst>
          </a:prstGeom>
          <a:solidFill>
            <a:schemeClr val="accent5"/>
          </a:solidFill>
          <a:ln cap="rnd">
            <a:noFill/>
            <a:prstDash val="solid"/>
          </a:ln>
          <a:effectLst/>
        </p:spPr>
        <p:txBody>
          <a:bodyPr vert="horz" rot="0" anchor="ctr" wrap="none" tIns="45720" lIns="91440" bIns="45720" rIns="91440">
            <a:prstTxWarp prst="textNoShape">
              <a:avLst/>
            </a:prstTxWarp>
            <a:noAutofit/>
          </a:bodyPr>
          <a:p>
            <a:pPr algn="ctr" marL="0"/>
            <a:r>
              <a:rPr lang="zh-CN" b="true" i="false" sz="1200" baseline="0" u="none" altLang="en-US">
                <a:solidFill>
                  <a:schemeClr val="lt1"/>
                </a:solidFill>
                <a:latin typeface="微软雅黑"/>
                <a:ea typeface="微软雅黑"/>
              </a:rPr>
              <a:t>目录</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secHead">
  <p:cSld name="节标题">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flipH="true" flipV="true">
            <a:off x="0" y="0"/>
            <a:ext cx="12191998" cy="6858000"/>
            <a:chOff x="0" y="0"/>
            <a:chExt cx="12191998" cy="6858000"/>
          </a:xfrm>
        </p:grpSpPr>
        <p:sp>
          <p:nvSpPr>
            <p:cNvPr name="AutoShape 3" id="3"/>
            <p:cNvSpPr/>
            <p:nvPr/>
          </p:nvSpPr>
          <p:spPr>
            <a:xfrm>
              <a:off x="0" y="0"/>
              <a:ext cx="12191998" cy="6858000"/>
            </a:xfrm>
            <a:prstGeom prst="rect">
              <a:avLst/>
            </a:prstGeom>
            <a:solidFill>
              <a:srgbClr val="000000"/>
            </a:solidFill>
            <a:ln>
              <a:noFill/>
            </a:ln>
          </p:spPr>
          <p:txBody>
            <a:bodyPr vert="horz" anchor="ctr" tIns="45720" lIns="91440" bIns="45720" rIns="91440">
              <a:normAutofit/>
            </a:bodyPr>
            <a:p>
              <a:pPr algn="ctr" marL="0"/>
            </a:p>
          </p:txBody>
        </p:sp>
        <p:pic>
          <p:nvPicPr>
            <p:cNvPr name="image1.jpeg" id="4"/>
            <p:cNvPicPr>
              <a:picLocks noChangeAspect="true"/>
            </p:cNvPicPr>
            <p:nvPr/>
          </p:nvPicPr>
          <p:blipFill>
            <a:blip r:embed="rId2"/>
            <a:stretch>
              <a:fillRect t="0" l="0" b="0" r="0"/>
            </a:stretch>
          </p:blipFill>
          <p:spPr>
            <a:xfrm>
              <a:off x="0" y="0"/>
              <a:ext cx="10287000" cy="6858000"/>
            </a:xfrm>
            <a:prstGeom prst="rect">
              <a:avLst/>
            </a:prstGeom>
          </p:spPr>
        </p:pic>
      </p:grpSp>
      <p:sp>
        <p:nvSpPr>
          <p:cNvPr name="AutoShape 5" id="5"/>
          <p:cNvSpPr/>
          <p:nvPr>
            <p:ph type="title"/>
          </p:nvPr>
        </p:nvSpPr>
        <p:spPr>
          <a:xfrm>
            <a:off x="709305" y="3429000"/>
            <a:ext cx="5677105" cy="1133475"/>
          </a:xfrm>
        </p:spPr>
        <p:txBody>
          <a:bodyPr vert="horz" anchor="b" tIns="45720" lIns="91440" bIns="45720" rIns="91440">
            <a:normAutofit/>
          </a:bodyPr>
          <a:p>
            <a:pPr algn="l">
              <a:lnSpc>
                <a:spcPct val="90000"/>
              </a:lnSpc>
              <a:spcBef>
                <a:spcPct val="0"/>
              </a:spcBef>
            </a:pPr>
            <a:r>
              <a:rPr lang="en-US" b="true" i="true" sz="2800" baseline="0" u="none">
                <a:solidFill>
                  <a:srgbClr val="FFFFFF"/>
                </a:solidFill>
                <a:latin typeface="Arial"/>
                <a:ea typeface="Arial"/>
              </a:rPr>
              <a:t>Click to edit Master title style</a:t>
            </a:r>
          </a:p>
        </p:txBody>
      </p:sp>
      <p:sp>
        <p:nvSpPr>
          <p:cNvPr name="AutoShape 6" id="6"/>
          <p:cNvSpPr/>
          <p:nvPr>
            <p:ph type="body" idx="1"/>
          </p:nvPr>
        </p:nvSpPr>
        <p:spPr>
          <a:xfrm>
            <a:off x="709305" y="4589460"/>
            <a:ext cx="5677105" cy="965763"/>
          </a:xfrm>
        </p:spPr>
        <p:txBody>
          <a:bodyPr vert="horz" anchor="t" tIns="45720" lIns="91440" bIns="45720" rIns="91440">
            <a:normAutofit/>
          </a:bodyPr>
          <a:p>
            <a:pPr algn="l" indent="0" marL="0">
              <a:lnSpc>
                <a:spcPct val="150000"/>
              </a:lnSpc>
              <a:spcBef>
                <a:spcPct val="0"/>
              </a:spcBef>
            </a:pPr>
            <a:r>
              <a:rPr lang="en-US" b="false" i="true" sz="1000" baseline="0" u="none">
                <a:solidFill>
                  <a:srgbClr val="FFFFFF">
                    <a:alpha val="50000"/>
                  </a:srgbClr>
                </a:solidFill>
                <a:latin typeface="Arial"/>
                <a:ea typeface="Arial"/>
              </a:rP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itleOnly">
  <p:cSld name="仅标题">
    <p:bg>
      <p:bgPr>
        <a:solidFill>
          <a:srgbClr val="000000"/>
        </a:solidFill>
      </p:bgPr>
    </p:bg>
    <p:spTree>
      <p:nvGrpSpPr>
        <p:cNvPr id="1" name=""/>
        <p:cNvGrpSpPr/>
        <p:nvPr/>
      </p:nvGrpSpPr>
      <p:grpSpPr>
        <a:xfrm>
          <a:off x="0" y="0"/>
          <a:ext cx="0" cy="0"/>
          <a:chOff x="0" y="0"/>
          <a:chExt cx="0" cy="0"/>
        </a:xfrm>
      </p:grpSpPr>
      <p:pic>
        <p:nvPicPr>
          <p:cNvPr name="image2.png" id="2"/>
          <p:cNvPicPr>
            <a:picLocks noChangeAspect="true"/>
          </p:cNvPicPr>
          <p:nvPr/>
        </p:nvPicPr>
        <p:blipFill>
          <a:blip r:embed="rId2"/>
          <a:stretch>
            <a:fillRect t="0" l="0" b="0" r="0"/>
          </a:stretch>
        </p:blipFill>
        <p:spPr>
          <a:xfrm flipV="true">
            <a:off x="0" y="0"/>
            <a:ext cx="12192000" cy="6858000"/>
          </a:xfrm>
          <a:prstGeom prst="rect">
            <a:avLst/>
          </a:prstGeom>
        </p:spPr>
      </p:pic>
      <p:sp>
        <p:nvSpPr>
          <p:cNvPr name="AutoShape 3" id="3"/>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en-US" b="true" i="false" sz="2400" baseline="0" u="none">
                <a:solidFill>
                  <a:srgbClr val="FFFFFF"/>
                </a:solidFill>
                <a:latin typeface="Arial"/>
                <a:ea typeface="Arial"/>
              </a:rPr>
              <a:t>Click to edit Master title style</a:t>
            </a:r>
          </a:p>
        </p:txBody>
      </p:sp>
      <p:sp>
        <p:nvSpPr>
          <p:cNvPr name="AutoShape 4" id="4"/>
          <p:cNvSpPr/>
          <p:nvPr>
            <p:ph type="dt" sz="half" idx="10"/>
          </p:nvPr>
        </p:nvSpPr>
        <p:spPr>
          <a:xfrm>
            <a:off x="5401732" y="6235704"/>
            <a:ext cx="1388536" cy="206381"/>
          </a:xfrm>
          <a:prstGeom prst="rect">
            <a:avLst/>
          </a:prstGeom>
        </p:spPr>
        <p:txBody>
          <a:bodyPr vert="horz" anchor="ctr" tIns="45720" lIns="91440" bIns="45720" rIns="91440">
            <a:normAutofit/>
          </a:bodyPr>
          <a:p>
            <a:pPr algn="ctr" marL="0"/>
          </a:p>
        </p:txBody>
      </p:sp>
      <p:sp>
        <p:nvSpPr>
          <p:cNvPr name="AutoShape 5" id="5"/>
          <p:cNvSpPr/>
          <p:nvPr>
            <p:ph type="ftr" sz="quarter" idx="11"/>
          </p:nvPr>
        </p:nvSpPr>
        <p:spPr>
          <a:xfrm>
            <a:off x="660402" y="6235704"/>
            <a:ext cx="4140201" cy="206381"/>
          </a:xfrm>
          <a:prstGeom prst="rect">
            <a:avLst/>
          </a:prstGeom>
        </p:spPr>
        <p:txBody>
          <a:bodyPr vert="horz" anchor="ctr" tIns="45720" lIns="91440" bIns="45720" rIns="91440">
            <a:normAutofit/>
          </a:bodyPr>
          <a:p>
            <a:pPr algn="l" marL="0"/>
            <a:r>
              <a:rPr lang="zh-CN" b="false" i="false" sz="900" baseline="0" u="none" altLang="en-US">
                <a:solidFill>
                  <a:srgbClr val="FFFFFF">
                    <a:lumMod val="50000"/>
                    <a:lumOff val="50000"/>
                  </a:srgbClr>
                </a:solidFill>
                <a:latin typeface="微软雅黑"/>
                <a:ea typeface="微软雅黑"/>
              </a:rPr>
              <a:t>请在插入菜单</a:t>
            </a:r>
            <a:r>
              <a:rPr lang="en-US" b="false" i="false" sz="900" baseline="0" u="none">
                <a:solidFill>
                  <a:srgbClr val="FFFFFF">
                    <a:lumMod val="50000"/>
                    <a:lumOff val="50000"/>
                  </a:srgbClr>
                </a:solidFill>
                <a:latin typeface="Arial"/>
                <a:ea typeface="Arial"/>
              </a:rPr>
              <a:t>—</a:t>
            </a:r>
            <a:r>
              <a:rPr lang="zh-CN" b="false" i="false" sz="900" baseline="0" u="none" altLang="en-US">
                <a:solidFill>
                  <a:srgbClr val="FFFFFF">
                    <a:lumMod val="50000"/>
                    <a:lumOff val="50000"/>
                  </a:srgbClr>
                </a:solidFill>
                <a:latin typeface="微软雅黑"/>
                <a:ea typeface="微软雅黑"/>
              </a:rPr>
              <a:t>页眉和页脚中修改此文本</a:t>
            </a:r>
          </a:p>
        </p:txBody>
      </p:sp>
      <p:sp>
        <p:nvSpPr>
          <p:cNvPr name="AutoShape 6" id="6"/>
          <p:cNvSpPr/>
          <p:nvPr>
            <p:ph type="sldNum" sz="quarter" idx="12"/>
          </p:nvPr>
        </p:nvSpPr>
        <p:spPr>
          <a:xfrm>
            <a:off x="8971305" y="6235704"/>
            <a:ext cx="2547595" cy="206381"/>
          </a:xfrm>
          <a:prstGeom prst="rect">
            <a:avLst/>
          </a:prstGeom>
        </p:spPr>
        <p:txBody>
          <a:bodyPr vert="horz" anchor="ctr" tIns="45720" lIns="91440" bIns="45720" rIns="91440">
            <a:normAutofit/>
          </a:bodyPr>
          <a:p>
            <a:pPr algn="r" marL="0"/>
            <a:fld type="slidenum" id="{3386411A-70EE-422D-B97C-F56BEE3FF077}">
              <a:rPr lang="zh-CN" b="false" i="false" sz="900" baseline="0" u="none" altLang="en-US">
                <a:solidFill>
                  <a:srgbClr val="FFFFFF">
                    <a:lumMod val="50000"/>
                    <a:lumOff val="50000"/>
                  </a:srgbClr>
                </a:solidFill>
                <a:latin typeface="Arial"/>
                <a:ea typeface="Arial"/>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showMasterSp="false">
  <p:cSld name="末尾幻灯片">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flipV="true">
            <a:off x="0" y="0"/>
            <a:ext cx="12191998" cy="6858000"/>
            <a:chOff x="0" y="0"/>
            <a:chExt cx="12191998" cy="6858000"/>
          </a:xfrm>
        </p:grpSpPr>
        <p:sp>
          <p:nvSpPr>
            <p:cNvPr name="AutoShape 3" id="3"/>
            <p:cNvSpPr/>
            <p:nvPr/>
          </p:nvSpPr>
          <p:spPr>
            <a:xfrm>
              <a:off x="0" y="0"/>
              <a:ext cx="12191998" cy="6858000"/>
            </a:xfrm>
            <a:prstGeom prst="rect">
              <a:avLst/>
            </a:prstGeom>
            <a:solidFill>
              <a:srgbClr val="000000"/>
            </a:solidFill>
            <a:ln>
              <a:noFill/>
            </a:ln>
          </p:spPr>
          <p:txBody>
            <a:bodyPr vert="horz" anchor="ctr" tIns="45720" lIns="91440" bIns="45720" rIns="91440">
              <a:normAutofit/>
            </a:bodyPr>
            <a:p>
              <a:pPr algn="ctr" marL="0"/>
            </a:p>
          </p:txBody>
        </p:sp>
        <p:pic>
          <p:nvPicPr>
            <p:cNvPr name="image1.jpeg" id="4"/>
            <p:cNvPicPr>
              <a:picLocks noChangeAspect="true"/>
            </p:cNvPicPr>
            <p:nvPr/>
          </p:nvPicPr>
          <p:blipFill>
            <a:blip r:embed="rId2"/>
            <a:stretch>
              <a:fillRect t="0" l="0" b="0" r="0"/>
            </a:stretch>
          </p:blipFill>
          <p:spPr>
            <a:xfrm>
              <a:off x="0" y="0"/>
              <a:ext cx="10287000" cy="6858000"/>
            </a:xfrm>
            <a:prstGeom prst="rect">
              <a:avLst/>
            </a:prstGeom>
          </p:spPr>
        </p:pic>
      </p:grpSp>
      <p:sp>
        <p:nvSpPr>
          <p:cNvPr name="Freeform 5" id="5"/>
          <p:cNvSpPr/>
          <p:nvPr/>
        </p:nvSpPr>
        <p:spPr>
          <a:xfrm>
            <a:off x="12191318" y="0"/>
            <a:ext cx="684" cy="13546"/>
          </a:xfrm>
          <a:custGeom>
            <a:avLst/>
            <a:gdLst/>
            <a:ahLst/>
            <a:cxnLst/>
            <a:rect r="r" b="b" t="t" l="l"/>
            <a:pathLst>
              <a:path w="684" h="13546" stroke="true" fill="norm" extrusionOk="true">
                <a:moveTo>
                  <a:pt x="0" y="0"/>
                </a:moveTo>
                <a:lnTo>
                  <a:pt x="684" y="0"/>
                </a:lnTo>
                <a:lnTo>
                  <a:pt x="684" y="13546"/>
                </a:lnTo>
                <a:lnTo>
                  <a:pt x="0" y="0"/>
                </a:lnTo>
                <a:close/>
              </a:path>
            </a:pathLst>
          </a:custGeom>
          <a:solidFill>
            <a:srgbClr val="000000"/>
          </a:solidFill>
          <a:ln cap="flat">
            <a:noFill/>
            <a:prstDash val="solid"/>
            <a:miter lim="800000"/>
          </a:ln>
        </p:spPr>
        <p:txBody>
          <a:bodyPr vert="horz" anchor="ctr" wrap="square" tIns="45720" lIns="91440" bIns="45720" rIns="91440">
            <a:noAutofit/>
          </a:bodyPr>
          <a:p>
            <a:pPr algn="l" marL="0"/>
          </a:p>
        </p:txBody>
      </p:sp>
      <p:sp>
        <p:nvSpPr>
          <p:cNvPr name="AutoShape 6" id="6"/>
          <p:cNvSpPr/>
          <p:nvPr>
            <p:ph type="body" sz="quarter" idx="13"/>
          </p:nvPr>
        </p:nvSpPr>
        <p:spPr>
          <a:xfrm>
            <a:off x="6196394" y="3199003"/>
            <a:ext cx="5995606" cy="1618348"/>
          </a:xfrm>
        </p:spPr>
        <p:txBody>
          <a:bodyPr vert="horz" anchor="b" tIns="45720" lIns="91440" bIns="45720" rIns="91440">
            <a:normAutofit/>
          </a:bodyPr>
          <a:p>
            <a:pPr algn="l" indent="0" marL="0">
              <a:lnSpc>
                <a:spcPct val="100000"/>
              </a:lnSpc>
              <a:spcBef>
                <a:spcPct val="0"/>
              </a:spcBef>
            </a:pPr>
            <a:r>
              <a:rPr lang="en-US" b="true" i="true" sz="4800" baseline="0" u="none">
                <a:solidFill>
                  <a:srgbClr val="FFFFFF"/>
                </a:solidFill>
                <a:latin typeface="Arial"/>
                <a:ea typeface="Arial"/>
              </a:rPr>
              <a:t>Thank you</a:t>
            </a: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 Id="rId3" Target="../slideLayouts/slideLayout2.xml" Type="http://schemas.openxmlformats.org/officeDocument/2006/relationships/slideLayout"/><Relationship Id="rId4" Target="../slideLayouts/slideLayout3.xml" Type="http://schemas.openxmlformats.org/officeDocument/2006/relationships/slideLayout"/><Relationship Id="rId5" Target="../slideLayouts/slideLayout4.xml" Type="http://schemas.openxmlformats.org/officeDocument/2006/relationships/slideLayout"/><Relationship Id="rId6" Target="../slideLayouts/slideLayout5.xml" Type="http://schemas.openxmlformats.org/officeDocument/2006/relationships/slideLayout"/><Relationship Id="rId7" Target="../slideLayouts/slideLayout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a:prstGeom prst="rect">
            <a:avLst/>
          </a:prstGeom>
        </p:spPr>
        <p:txBody>
          <a:bodyPr vert="horz" anchor="b" tIns="45720" lIns="91440" bIns="45720" rIns="91440">
            <a:normAutofit/>
          </a:bodyPr>
          <a:p>
            <a:pPr algn="l">
              <a:lnSpc>
                <a:spcPct val="90000"/>
              </a:lnSpc>
              <a:spcBef>
                <a:spcPct val="0"/>
              </a:spcBef>
            </a:pPr>
            <a:r>
              <a:rPr lang="zh-CN" b="true" i="false" sz="2400" baseline="0" u="none" altLang="en-US">
                <a:solidFill>
                  <a:srgbClr val="000000"/>
                </a:solidFill>
                <a:latin typeface="微软雅黑"/>
                <a:ea typeface="微软雅黑"/>
              </a:rPr>
              <a:t>单击此处编辑母版标题样式</a:t>
            </a:r>
          </a:p>
        </p:txBody>
      </p:sp>
      <p:sp>
        <p:nvSpPr>
          <p:cNvPr name="AutoShape 3" id="3"/>
          <p:cNvSpPr/>
          <p:nvPr>
            <p:ph type="body" idx="1"/>
          </p:nvPr>
        </p:nvSpPr>
        <p:spPr>
          <a:xfrm>
            <a:off x="660402" y="1130300"/>
            <a:ext cx="10858500" cy="5003800"/>
          </a:xfrm>
          <a:prstGeom prst="rect">
            <a:avLst/>
          </a:prstGeom>
        </p:spPr>
        <p:txBody>
          <a:bodyPr vert="horz" anchor="t" tIns="45720" lIns="91440" bIns="45720" rIns="91440">
            <a:normAutofit/>
          </a:bodyPr>
          <a:p>
            <a:pPr algn="l" indent="-228589" marL="228589">
              <a:lnSpc>
                <a:spcPct val="90000"/>
              </a:lnSpc>
              <a:spcBef>
                <a:spcPts val="1000"/>
              </a:spcBef>
            </a:pPr>
            <a:r>
              <a:rPr lang="zh-CN" b="false" i="false" sz="1600" baseline="0" u="none" altLang="en-US">
                <a:solidFill>
                  <a:srgbClr val="000000"/>
                </a:solidFill>
                <a:latin typeface="微软雅黑"/>
                <a:ea typeface="微软雅黑"/>
              </a:rPr>
              <a:t>单击此处编辑母版文本样式</a:t>
            </a:r>
          </a:p>
          <a:p>
            <a:pPr algn="l" indent="-228589" lvl="1" marL="685766">
              <a:lnSpc>
                <a:spcPct val="90000"/>
              </a:lnSpc>
              <a:spcBef>
                <a:spcPts val="500"/>
              </a:spcBef>
            </a:pPr>
            <a:r>
              <a:rPr lang="zh-CN" b="false" i="false" sz="1600" baseline="0" u="none" altLang="en-US">
                <a:solidFill>
                  <a:srgbClr val="000000"/>
                </a:solidFill>
                <a:latin typeface="微软雅黑"/>
                <a:ea typeface="微软雅黑"/>
              </a:rPr>
              <a:t>二级</a:t>
            </a:r>
          </a:p>
          <a:p>
            <a:pPr algn="l" indent="-228589" lvl="2" marL="1142942">
              <a:lnSpc>
                <a:spcPct val="90000"/>
              </a:lnSpc>
              <a:spcBef>
                <a:spcPts val="500"/>
              </a:spcBef>
            </a:pPr>
            <a:r>
              <a:rPr lang="zh-CN" b="false" i="false" sz="1600" baseline="0" u="none" altLang="en-US">
                <a:solidFill>
                  <a:srgbClr val="000000"/>
                </a:solidFill>
                <a:latin typeface="微软雅黑"/>
                <a:ea typeface="微软雅黑"/>
              </a:rPr>
              <a:t>三级</a:t>
            </a:r>
          </a:p>
          <a:p>
            <a:pPr algn="l" indent="-228589" lvl="3" marL="1600120">
              <a:lnSpc>
                <a:spcPct val="90000"/>
              </a:lnSpc>
              <a:spcBef>
                <a:spcPts val="500"/>
              </a:spcBef>
            </a:pPr>
            <a:r>
              <a:rPr lang="zh-CN" b="false" i="false" sz="1600" baseline="0" u="none" altLang="en-US">
                <a:solidFill>
                  <a:srgbClr val="000000"/>
                </a:solidFill>
                <a:latin typeface="微软雅黑"/>
                <a:ea typeface="微软雅黑"/>
              </a:rPr>
              <a:t>四级</a:t>
            </a:r>
          </a:p>
          <a:p>
            <a:pPr algn="l" indent="-228589" lvl="4" marL="2057298">
              <a:lnSpc>
                <a:spcPct val="90000"/>
              </a:lnSpc>
              <a:spcBef>
                <a:spcPts val="500"/>
              </a:spcBef>
            </a:pPr>
            <a:r>
              <a:rPr lang="zh-CN" b="false" i="false" sz="1600" baseline="0" u="none" altLang="en-US">
                <a:solidFill>
                  <a:srgbClr val="000000"/>
                </a:solidFill>
                <a:latin typeface="微软雅黑"/>
                <a:ea typeface="微软雅黑"/>
              </a:rPr>
              <a:t>五级</a:t>
            </a:r>
          </a:p>
        </p:txBody>
      </p:sp>
      <p:sp>
        <p:nvSpPr>
          <p:cNvPr name="AutoShape 4" id="4"/>
          <p:cNvSpPr/>
          <p:nvPr>
            <p:ph type="dt" sz="half" idx="2"/>
          </p:nvPr>
        </p:nvSpPr>
        <p:spPr>
          <a:xfrm>
            <a:off x="5401732" y="6235704"/>
            <a:ext cx="1388536" cy="206381"/>
          </a:xfrm>
          <a:prstGeom prst="rect">
            <a:avLst/>
          </a:prstGeom>
        </p:spPr>
        <p:txBody>
          <a:bodyPr vert="horz" anchor="ctr" tIns="45720" lIns="91440" bIns="45720" rIns="91440">
            <a:normAutofit/>
          </a:bodyPr>
          <a:p>
            <a:pPr algn="l" marL="0"/>
          </a:p>
        </p:txBody>
      </p:sp>
      <p:sp>
        <p:nvSpPr>
          <p:cNvPr name="AutoShape 5" id="5"/>
          <p:cNvSpPr/>
          <p:nvPr>
            <p:ph type="ftr" sz="quarter" idx="3"/>
          </p:nvPr>
        </p:nvSpPr>
        <p:spPr>
          <a:xfrm>
            <a:off x="660402" y="6235704"/>
            <a:ext cx="4140201" cy="206381"/>
          </a:xfrm>
          <a:prstGeom prst="rect">
            <a:avLst/>
          </a:prstGeom>
        </p:spPr>
        <p:txBody>
          <a:bodyPr vert="horz" anchor="ctr" tIns="45720" lIns="91440" bIns="45720" rIns="91440">
            <a:normAutofit/>
          </a:bodyPr>
          <a:p>
            <a:pPr algn="l" marL="0"/>
            <a:r>
              <a:rPr lang="zh-CN" b="false" i="false" sz="1800" baseline="0" u="none" altLang="en-US">
                <a:solidFill>
                  <a:srgbClr val="000000"/>
                </a:solidFill>
                <a:latin typeface="微软雅黑"/>
                <a:ea typeface="微软雅黑"/>
              </a:rPr>
              <a:t>请在插入菜单</a:t>
            </a:r>
            <a:r>
              <a:rPr lang="en-US" b="false" i="false" sz="1800" baseline="0" u="none">
                <a:solidFill>
                  <a:srgbClr val="000000"/>
                </a:solidFill>
                <a:latin typeface="Arial"/>
                <a:ea typeface="Arial"/>
              </a:rPr>
              <a:t>—</a:t>
            </a:r>
            <a:r>
              <a:rPr lang="zh-CN" b="false" i="false" sz="1800" baseline="0" u="none" altLang="en-US">
                <a:solidFill>
                  <a:srgbClr val="000000"/>
                </a:solidFill>
                <a:latin typeface="微软雅黑"/>
                <a:ea typeface="微软雅黑"/>
              </a:rPr>
              <a:t>页眉和页脚中修改此文本</a:t>
            </a:r>
          </a:p>
        </p:txBody>
      </p:sp>
      <p:sp>
        <p:nvSpPr>
          <p:cNvPr name="AutoShape 6" id="6"/>
          <p:cNvSpPr/>
          <p:nvPr>
            <p:ph type="sldNum" sz="quarter" idx="4"/>
          </p:nvPr>
        </p:nvSpPr>
        <p:spPr>
          <a:xfrm>
            <a:off x="8971305" y="6235704"/>
            <a:ext cx="2547595" cy="206381"/>
          </a:xfrm>
          <a:prstGeom prst="rect">
            <a:avLst/>
          </a:prstGeom>
        </p:spPr>
        <p:txBody>
          <a:bodyPr vert="horz" anchor="ctr" tIns="45720" lIns="91440" bIns="45720" rIns="91440">
            <a:normAutofit/>
          </a:bodyPr>
          <a:p>
            <a:pPr algn="l" marL="0"/>
            <a:fld type="slidenum" id="{3386411A-70EE-422D-B97C-F56BEE3FF077}">
              <a:rPr lang="zh-CN" b="false" i="false" sz="1800" baseline="0" u="none" altLang="en-US">
                <a:solidFill>
                  <a:srgbClr val="000000"/>
                </a:solidFill>
                <a:latin typeface="Arial"/>
                <a:ea typeface="Arial"/>
              </a:rPr>
              <a:t>‹#›</a:t>
            </a:fld>
          </a:p>
        </p:txBody>
      </p:sp>
    </p:spTree>
  </p:cSld>
  <p:clrMap bg1="lt1" tx1="dk1" bg2="lt2" tx2="dk2" accent1="accent1" accent2="accent2" accent3="accent3" accent4="accent4" accent5="accent5" accent6="accent6" hlink="hlink" folHlink="folHlink"/>
  <p:sldLayoutIdLst>
    <p:sldLayoutId id="2147483655" r:id="rId1"/>
    <p:sldLayoutId id="2147483656" r:id="rId3"/>
    <p:sldLayoutId id="2147483657" r:id="rId4"/>
    <p:sldLayoutId id="2147483658" r:id="rId5"/>
    <p:sldLayoutId id="2147483659" r:id="rId6"/>
    <p:sldLayoutId id="2147483660"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5.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5.xml" Type="http://schemas.openxmlformats.org/officeDocument/2006/relationships/slideLayout"/><Relationship Id="rId2"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5.xml" Type="http://schemas.openxmlformats.org/officeDocument/2006/relationships/slideLayout"/><Relationship Id="rId2"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5.xml" Type="http://schemas.openxmlformats.org/officeDocument/2006/relationships/slideLayout"/><Relationship Id="rId2" Target="../media/image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body" sz="quarter" idx="4294967295"/>
          </p:nvPr>
        </p:nvSpPr>
        <p:spPr>
          <a:xfrm>
            <a:off x="5850774" y="4344784"/>
            <a:ext cx="1370888" cy="313932"/>
          </a:xfrm>
        </p:spPr>
        <p:txBody>
          <a:bodyPr vert="horz" anchor="t" tIns="45720" lIns="91440" bIns="45720" rIns="91440">
            <a:spAutoFit/>
          </a:bodyPr>
          <a:p>
            <a:pPr algn="l" indent="0" marL="0">
              <a:lnSpc>
                <a:spcPct val="90000"/>
              </a:lnSpc>
              <a:spcBef>
                <a:spcPts val="1000"/>
              </a:spcBef>
            </a:pPr>
            <a:r>
              <a:rPr lang="zh-CN" b="false" i="true" sz="1600" baseline="0" u="none" altLang="en-US">
                <a:solidFill>
                  <a:srgbClr val="FFFFFF"/>
                </a:solidFill>
                <a:latin typeface="微软雅黑"/>
                <a:ea typeface="微软雅黑"/>
              </a:rPr>
              <a:t>Reporter</a:t>
            </a:r>
          </a:p>
        </p:txBody>
      </p:sp>
      <p:sp>
        <p:nvSpPr>
          <p:cNvPr name="AutoShape 3" id="3"/>
          <p:cNvSpPr/>
          <p:nvPr>
            <p:ph type="ctrTitle"/>
          </p:nvPr>
        </p:nvSpPr>
        <p:spPr>
          <a:xfrm>
            <a:off x="5850774" y="2567224"/>
            <a:ext cx="5668126" cy="1569660"/>
          </a:xfrm>
        </p:spPr>
        <p:txBody>
          <a:bodyPr vert="horz" anchor="b" tIns="45720" lIns="91440" bIns="45720" rIns="91440">
            <a:spAutoFit/>
          </a:bodyPr>
          <a:p>
            <a:pPr algn="l" marL="0">
              <a:lnSpc>
                <a:spcPct val="100000"/>
              </a:lnSpc>
              <a:spcBef>
                <a:spcPct val="0"/>
              </a:spcBef>
            </a:pPr>
            <a:r>
              <a:rPr lang="zh-CN" b="true" i="true" sz="4800" baseline="0" u="none" altLang="en-US">
                <a:solidFill>
                  <a:srgbClr val="FFFFFF"/>
                </a:solidFill>
                <a:latin typeface="微软雅黑"/>
                <a:ea typeface="微软雅黑"/>
              </a:rPr>
              <a:t>The Power of AI Agents</a:t>
            </a:r>
          </a:p>
        </p:txBody>
      </p:sp>
    </p:spTree>
  </p:cSld>
  <p:clrMapOvr>
    <a:masterClrMapping/>
  </p:clrMapOvr>
  <p:transition spd="slow">
    <p:cover dir="d"/>
  </p:transition>
  <p:timing>
    <p:tnLst>
      <p:par>
        <p:cTn id="2608" dur="indefinite" repeatCount="1000" spd="100%" accel="0%" decel="0%" restart="never" nodeType="tmRoot">
          <p:childTnLst>
            <p:seq concurrent="true" nextAc="seek">
              <p:cTn id="2609" dur="indefinite" repeatCount="1000" spd="100%" accel="0%" decel="0%" nodeType="mainSeq">
                <p:childTnLst>
                  <p:par>
                    <p:cTn id="2610" repeatCount="1000" spd="100%" accel="0%" decel="0%" fill="hold">
                      <p:stCondLst>
                        <p:cond delay="indefinite"/>
                        <p:cond evt="onBegin" delay="0">
                          <p:tn val="2609"/>
                        </p:cond>
                      </p:stCondLst>
                      <p:childTnLst>
                        <p:par>
                          <p:cTn id="2611" repeatCount="1000" spd="100%" decel="0%" fill="hold">
                            <p:stCondLst>
                              <p:cond delay="0"/>
                            </p:stCondLst>
                            <p:childTnLst>
                              <p:par>
                                <p:cTn id="2612" presetID="38" presetClass="entr" presetSubtype="0" repeatCount="1000" spd="100%" decel="0%" fill="hold" grpId="0" nodeType="afterEffect">
                                  <p:stCondLst>
                                    <p:cond delay="0"/>
                                  </p:stCondLst>
                                  <p:iterate type="lt">
                                    <p:tmPct val="30000"/>
                                  </p:iterate>
                                  <p:childTnLst>
                                    <p:anim calcmode="lin" valueType="num">
                                      <p:cBhvr>
                                        <p:cTn id="2613" dur="455" repeatCount="1000" spd="100%" accel="0%" decel="0%" fill="hold">
                                          <p:stCondLst>
                                            <p:cond delay="455"/>
                                          </p:stCondLst>
                                        </p:cTn>
                                        <p:tgtEl>
                                          <p:spTgt spid="3"/>
                                        </p:tgtEl>
                                        <p:attrNameLst>
                                          <p:attrName>style.rotation</p:attrName>
                                        </p:attrNameLst>
                                      </p:cBhvr>
                                      <p:tavLst>
                                        <p:tav fmla="" tm="0">
                                          <p:val>
                                            <p:fltVal val="-45.0"/>
                                          </p:val>
                                        </p:tav>
                                        <p:tav fmla="" tm="69900">
                                          <p:val>
                                            <p:fltVal val="45.0"/>
                                          </p:val>
                                        </p:tav>
                                        <p:tav fmla="" tm="100000">
                                          <p:val>
                                            <p:fltVal val="0.0"/>
                                          </p:val>
                                        </p:tav>
                                      </p:tavLst>
                                    </p:anim>
                                    <p:anim calcmode="lin" valueType="num">
                                      <p:cBhvr>
                                        <p:cTn id="2614" dur="455" repeatCount="1000" spd="100%" accel="0%" decel="0%" fill="hold">
                                          <p:stCondLst>
                                            <p:cond delay="0"/>
                                          </p:stCondLst>
                                        </p:cTn>
                                        <p:tgtEl>
                                          <p:spTgt spid="3"/>
                                        </p:tgtEl>
                                        <p:attrNameLst>
                                          <p:attrName>ppt_y</p:attrName>
                                        </p:attrNameLst>
                                      </p:cBhvr>
                                      <p:tavLst>
                                        <p:tav fmla="" tm="0">
                                          <p:val>
                                            <p:strVal val="#ppt_y-1"/>
                                          </p:val>
                                        </p:tav>
                                        <p:tav fmla="" tm="100000">
                                          <p:val>
                                            <p:strVal val="#ppt_y-(0.354*#ppt_w-0.172*#ppt_h)"/>
                                          </p:val>
                                        </p:tav>
                                      </p:tavLst>
                                    </p:anim>
                                    <p:anim calcmode="lin" valueType="num">
                                      <p:cBhvr>
                                        <p:cTn id="2615" dur="156" repeatCount="1000" spd="100%" accel="0%" decel="50000" autoRev="true" fill="hold">
                                          <p:stCondLst>
                                            <p:cond delay="455"/>
                                          </p:stCondLst>
                                        </p:cTn>
                                        <p:tgtEl>
                                          <p:spTgt spid="3"/>
                                        </p:tgtEl>
                                        <p:attrNameLst>
                                          <p:attrName>ppt_y</p:attrName>
                                        </p:attrNameLst>
                                      </p:cBhvr>
                                      <p:tavLst>
                                        <p:tav fmla="" tm="0">
                                          <p:val>
                                            <p:strVal val="#ppt_y-(0.354*#ppt_w-0.172*#ppt_h)"/>
                                          </p:val>
                                        </p:tav>
                                        <p:tav fmla="" tm="100000">
                                          <p:val>
                                            <p:strVal val="#ppt_y-(0.354*#ppt_w-0.172*#ppt_h)-#ppt_h/2"/>
                                          </p:val>
                                        </p:tav>
                                      </p:tavLst>
                                    </p:anim>
                                    <p:anim calcmode="lin" valueType="num">
                                      <p:cBhvr>
                                        <p:cTn id="2616" dur="136" repeatCount="1000" spd="100%" accel="0%" decel="0%" fill="hold">
                                          <p:stCondLst>
                                            <p:cond delay="864"/>
                                          </p:stCondLst>
                                        </p:cTn>
                                        <p:tgtEl>
                                          <p:spTgt spid="3"/>
                                        </p:tgtEl>
                                        <p:attrNameLst>
                                          <p:attrName>ppt_y</p:attrName>
                                        </p:attrNameLst>
                                      </p:cBhvr>
                                      <p:tavLst>
                                        <p:tav fmla="" tm="0">
                                          <p:val>
                                            <p:strVal val="#ppt_y-(0.354*#ppt_w-0.172*#ppt_h)"/>
                                          </p:val>
                                        </p:tav>
                                        <p:tav fmla="" tm="100000">
                                          <p:val>
                                            <p:strVal val="#ppt_y"/>
                                          </p:val>
                                        </p:tav>
                                      </p:tavLst>
                                    </p:anim>
                                    <p:set>
                                      <p:cBhvr>
                                        <p:cTn id="2617" dur="1" repeatCount="1000" spd="100%" accel="0%" decel="0%" fill="hold">
                                          <p:stCondLst>
                                            <p:cond delay="0"/>
                                          </p:stCondLst>
                                        </p:cTn>
                                        <p:tgtEl>
                                          <p:spTgt spid="3"/>
                                        </p:tgtEl>
                                        <p:attrNameLst>
                                          <p:attrName>style.visibility</p:attrName>
                                        </p:attrNameLst>
                                      </p:cBhvr>
                                      <p:to>
                                        <p:strVal val="visible"/>
                                      </p:to>
                                    </p:set>
                                    <p:set>
                                      <p:cBhvr>
                                        <p:cTn id="2618" dur="455" repeatCount="1000" spd="100%" accel="0%" decel="0%" fill="hold">
                                          <p:stCondLst>
                                            <p:cond delay="0"/>
                                          </p:stCondLst>
                                        </p:cTn>
                                        <p:tgtEl>
                                          <p:spTgt spid="3"/>
                                        </p:tgtEl>
                                        <p:attrNameLst>
                                          <p:attrName>style.rotation</p:attrName>
                                        </p:attrNameLst>
                                      </p:cBhvr>
                                      <p:to>
                                        <p:strVal val="-45.0"/>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grpId="0" spid="3"/>
    </p:bldLst>
  </p:timing>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a:off x="2057205" y="2961196"/>
            <a:ext cx="2542721" cy="720090"/>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Real-World Applications</a:t>
            </a:r>
            <a:endParaRPr lang="en-US" sz="1100"/>
          </a:p>
        </p:txBody>
      </p:sp>
      <p:cxnSp>
        <p:nvCxnSpPr>
          <p:cNvPr name="Connector 3" id="3"/>
          <p:cNvCxnSpPr/>
          <p:nvPr/>
        </p:nvCxnSpPr>
        <p:spPr>
          <a:xfrm flipH="true">
            <a:off x="1720954" y="3058782"/>
            <a:ext cx="146383" cy="455462"/>
          </a:xfrm>
          <a:prstGeom prst="line">
            <a:avLst/>
          </a:prstGeom>
          <a:ln w="19050">
            <a:solidFill>
              <a:schemeClr val="accent2"/>
            </a:solidFill>
          </a:ln>
        </p:spPr>
      </p:cxnSp>
      <p:sp>
        <p:nvSpPr>
          <p:cNvPr name="TextBox 4" id="4"/>
          <p:cNvSpPr txBox="true"/>
          <p:nvPr/>
        </p:nvSpPr>
        <p:spPr>
          <a:xfrm>
            <a:off x="1094726" y="3058782"/>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2"/>
                </a:solidFill>
                <a:effectLst>
                  <a:outerShdw algn="ctr" blurRad="254000" dist="127000" rotWithShape="false">
                    <a:schemeClr val="accent1">
                      <a:alpha val="32000"/>
                    </a:schemeClr>
                  </a:outerShdw>
                </a:effectLst>
                <a:latin typeface="Arial"/>
                <a:ea typeface="Arial"/>
              </a:rPr>
              <a:t>03</a:t>
            </a:r>
            <a:endParaRPr lang="en-US" sz="1100"/>
          </a:p>
        </p:txBody>
      </p:sp>
      <p:sp>
        <p:nvSpPr>
          <p:cNvPr name="TextBox 5" id="5"/>
          <p:cNvSpPr txBox="true"/>
          <p:nvPr/>
        </p:nvSpPr>
        <p:spPr>
          <a:xfrm>
            <a:off x="2522025" y="1516673"/>
            <a:ext cx="2542721" cy="720090"/>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Introduction to AI Agents</a:t>
            </a:r>
            <a:endParaRPr lang="en-US" sz="1100"/>
          </a:p>
        </p:txBody>
      </p:sp>
      <p:cxnSp>
        <p:nvCxnSpPr>
          <p:cNvPr name="Connector 6" id="6"/>
          <p:cNvCxnSpPr/>
          <p:nvPr/>
        </p:nvCxnSpPr>
        <p:spPr>
          <a:xfrm flipH="true">
            <a:off x="2185774" y="1614259"/>
            <a:ext cx="146383" cy="455462"/>
          </a:xfrm>
          <a:prstGeom prst="line">
            <a:avLst/>
          </a:prstGeom>
          <a:ln w="19050">
            <a:solidFill>
              <a:schemeClr val="accent3"/>
            </a:solidFill>
          </a:ln>
        </p:spPr>
      </p:cxnSp>
      <p:sp>
        <p:nvSpPr>
          <p:cNvPr name="TextBox 7" id="7"/>
          <p:cNvSpPr txBox="true"/>
          <p:nvPr/>
        </p:nvSpPr>
        <p:spPr>
          <a:xfrm>
            <a:off x="1559546" y="1614259"/>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3"/>
                </a:solidFill>
                <a:effectLst>
                  <a:outerShdw algn="ctr" blurRad="254000" dist="127000" rotWithShape="false">
                    <a:schemeClr val="accent3">
                      <a:alpha val="32000"/>
                    </a:schemeClr>
                  </a:outerShdw>
                </a:effectLst>
                <a:latin typeface="Arial"/>
                <a:ea typeface="Arial"/>
              </a:rPr>
              <a:t>01</a:t>
            </a:r>
            <a:endParaRPr lang="en-US" sz="1100"/>
          </a:p>
        </p:txBody>
      </p:sp>
      <p:sp>
        <p:nvSpPr>
          <p:cNvPr name="TextBox 8" id="8"/>
          <p:cNvSpPr txBox="true"/>
          <p:nvPr/>
        </p:nvSpPr>
        <p:spPr>
          <a:xfrm>
            <a:off x="5562405" y="2961196"/>
            <a:ext cx="2542721" cy="720090"/>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Automating Content Generation</a:t>
            </a:r>
            <a:endParaRPr lang="en-US" sz="1100"/>
          </a:p>
        </p:txBody>
      </p:sp>
      <p:cxnSp>
        <p:nvCxnSpPr>
          <p:cNvPr name="Connector 9" id="9"/>
          <p:cNvCxnSpPr/>
          <p:nvPr/>
        </p:nvCxnSpPr>
        <p:spPr>
          <a:xfrm flipH="true">
            <a:off x="5226154" y="3058782"/>
            <a:ext cx="146383" cy="455462"/>
          </a:xfrm>
          <a:prstGeom prst="line">
            <a:avLst/>
          </a:prstGeom>
          <a:ln w="19050">
            <a:solidFill>
              <a:schemeClr val="accent1"/>
            </a:solidFill>
          </a:ln>
        </p:spPr>
      </p:cxnSp>
      <p:sp>
        <p:nvSpPr>
          <p:cNvPr name="TextBox 10" id="10"/>
          <p:cNvSpPr txBox="true"/>
          <p:nvPr/>
        </p:nvSpPr>
        <p:spPr>
          <a:xfrm>
            <a:off x="4599926" y="3058782"/>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1"/>
                </a:solidFill>
                <a:effectLst>
                  <a:outerShdw algn="ctr" blurRad="254000" dist="127000" rotWithShape="false">
                    <a:schemeClr val="accent4">
                      <a:alpha val="32000"/>
                    </a:schemeClr>
                  </a:outerShdw>
                </a:effectLst>
                <a:latin typeface="Arial"/>
                <a:ea typeface="Arial"/>
              </a:rPr>
              <a:t>04</a:t>
            </a:r>
            <a:endParaRPr lang="en-US" sz="1100"/>
          </a:p>
        </p:txBody>
      </p:sp>
      <p:sp>
        <p:nvSpPr>
          <p:cNvPr name="TextBox 11" id="11"/>
          <p:cNvSpPr txBox="true"/>
          <p:nvPr/>
        </p:nvSpPr>
        <p:spPr>
          <a:xfrm>
            <a:off x="6027225" y="1516673"/>
            <a:ext cx="2542721" cy="720090"/>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The Abacus AI Agent</a:t>
            </a:r>
            <a:endParaRPr lang="en-US" sz="1100"/>
          </a:p>
        </p:txBody>
      </p:sp>
      <p:cxnSp>
        <p:nvCxnSpPr>
          <p:cNvPr name="Connector 12" id="12"/>
          <p:cNvCxnSpPr/>
          <p:nvPr/>
        </p:nvCxnSpPr>
        <p:spPr>
          <a:xfrm flipH="true">
            <a:off x="5690974" y="1614259"/>
            <a:ext cx="146383" cy="455462"/>
          </a:xfrm>
          <a:prstGeom prst="line">
            <a:avLst/>
          </a:prstGeom>
          <a:ln w="19050">
            <a:solidFill>
              <a:schemeClr val="accent2"/>
            </a:solidFill>
          </a:ln>
        </p:spPr>
      </p:cxnSp>
      <p:sp>
        <p:nvSpPr>
          <p:cNvPr name="TextBox 13" id="13"/>
          <p:cNvSpPr txBox="true"/>
          <p:nvPr/>
        </p:nvSpPr>
        <p:spPr>
          <a:xfrm>
            <a:off x="5064746" y="1614259"/>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2"/>
                </a:solidFill>
                <a:effectLst>
                  <a:outerShdw algn="ctr" blurRad="254000" dist="127000" rotWithShape="false">
                    <a:schemeClr val="accent2">
                      <a:alpha val="32000"/>
                    </a:schemeClr>
                  </a:outerShdw>
                </a:effectLst>
                <a:latin typeface="Arial"/>
                <a:ea typeface="Arial"/>
              </a:rPr>
              <a:t>02</a:t>
            </a:r>
            <a:endParaRPr lang="en-US" sz="1100"/>
          </a:p>
        </p:txBody>
      </p:sp>
      <p:sp>
        <p:nvSpPr>
          <p:cNvPr name="AutoShape 14" id="14"/>
          <p:cNvSpPr/>
          <p:nvPr>
            <p:ph type="title" idx="4294967295"/>
          </p:nvPr>
        </p:nvSpPr>
        <p:spPr>
          <a:xfrm>
            <a:off x="695325" y="146050"/>
            <a:ext cx="5402263" cy="882650"/>
          </a:xfrm>
        </p:spPr>
        <p:txBody>
          <a:bodyPr vert="horz" anchor="b" tIns="45720" lIns="91440" bIns="45720" rIns="91440">
            <a:normAutofit/>
          </a:bodyPr>
          <a:p>
            <a:pPr algn="l">
              <a:lnSpc>
                <a:spcPct val="90000"/>
              </a:lnSpc>
              <a:spcBef>
                <a:spcPct val="0"/>
              </a:spcBef>
            </a:pPr>
            <a:r>
              <a:rPr lang="tr-TR" b="true" i="false" sz="4000" baseline="0" u="none">
                <a:solidFill>
                  <a:srgbClr val="FFFFFF"/>
                </a:solidFill>
                <a:latin typeface="+mn-ea"/>
                <a:ea typeface="+mn-ea"/>
              </a:rPr>
              <a:t>CONTENTS</a:t>
            </a:r>
          </a:p>
        </p:txBody>
      </p:sp>
      <p:sp>
        <p:nvSpPr>
          <p:cNvPr name="TextBox 15" id="15"/>
          <p:cNvSpPr txBox="true"/>
          <p:nvPr/>
        </p:nvSpPr>
        <p:spPr>
          <a:xfrm>
            <a:off x="1526704" y="4502260"/>
            <a:ext cx="2542721" cy="720090"/>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Future of AI Agents</a:t>
            </a:r>
            <a:endParaRPr lang="en-US" sz="1100"/>
          </a:p>
        </p:txBody>
      </p:sp>
      <p:cxnSp>
        <p:nvCxnSpPr>
          <p:cNvPr name="Connector 16" id="16"/>
          <p:cNvCxnSpPr/>
          <p:nvPr/>
        </p:nvCxnSpPr>
        <p:spPr>
          <a:xfrm flipH="true">
            <a:off x="1190453" y="4599846"/>
            <a:ext cx="146383" cy="455462"/>
          </a:xfrm>
          <a:prstGeom prst="line">
            <a:avLst/>
          </a:prstGeom>
          <a:ln w="19050">
            <a:solidFill>
              <a:schemeClr val="accent3"/>
            </a:solidFill>
          </a:ln>
        </p:spPr>
      </p:cxnSp>
      <p:sp>
        <p:nvSpPr>
          <p:cNvPr name="TextBox 17" id="17"/>
          <p:cNvSpPr txBox="true"/>
          <p:nvPr/>
        </p:nvSpPr>
        <p:spPr>
          <a:xfrm>
            <a:off x="564225" y="4599846"/>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3"/>
                </a:solidFill>
                <a:effectLst>
                  <a:outerShdw algn="ctr" blurRad="254000" dist="127000" rotWithShape="false">
                    <a:schemeClr val="accent3">
                      <a:alpha val="32000"/>
                    </a:schemeClr>
                  </a:outerShdw>
                </a:effectLst>
                <a:latin typeface="Arial"/>
                <a:ea typeface="Arial"/>
              </a:rPr>
              <a:t>05</a:t>
            </a:r>
            <a:endParaRPr lang="en-US" sz="1100"/>
          </a:p>
        </p:txBody>
      </p:sp>
      <p:sp>
        <p:nvSpPr>
          <p:cNvPr name="TextBox 18" id="18"/>
          <p:cNvSpPr txBox="true"/>
          <p:nvPr/>
        </p:nvSpPr>
        <p:spPr>
          <a:xfrm>
            <a:off x="5031904" y="4502260"/>
            <a:ext cx="2542721" cy="580415"/>
          </a:xfrm>
          <a:prstGeom prst="rect">
            <a:avLst/>
          </a:prstGeom>
          <a:noFill/>
        </p:spPr>
        <p:txBody>
          <a:bodyPr anchor="t" rtlCol="false" vert="horz" wrap="square" tIns="45720" lIns="91440" bIns="45720" rIns="91440">
            <a:spAutoFit/>
          </a:bodyPr>
          <a:lstStyle/>
          <a:p>
            <a:pPr algn="ctr" marL="0">
              <a:lnSpc>
                <a:spcPct val="150000"/>
              </a:lnSpc>
              <a:defRPr/>
            </a:pPr>
            <a:r>
              <a:rPr lang="zh-CN" b="true" i="false" sz="2400" baseline="0" u="none" altLang="en-US">
                <a:solidFill>
                  <a:srgbClr val="FFFFFF"/>
                </a:solidFill>
                <a:latin typeface="微软雅黑"/>
                <a:ea typeface="微软雅黑"/>
              </a:rPr>
              <a:t>Conclusion</a:t>
            </a:r>
            <a:endParaRPr lang="en-US" sz="1100"/>
          </a:p>
        </p:txBody>
      </p:sp>
      <p:cxnSp>
        <p:nvCxnSpPr>
          <p:cNvPr name="Connector 19" id="19"/>
          <p:cNvCxnSpPr/>
          <p:nvPr/>
        </p:nvCxnSpPr>
        <p:spPr>
          <a:xfrm flipH="true">
            <a:off x="4695653" y="4599846"/>
            <a:ext cx="146383" cy="455462"/>
          </a:xfrm>
          <a:prstGeom prst="line">
            <a:avLst/>
          </a:prstGeom>
          <a:ln w="19050">
            <a:solidFill>
              <a:schemeClr val="accent2"/>
            </a:solidFill>
          </a:ln>
        </p:spPr>
      </p:cxnSp>
      <p:sp>
        <p:nvSpPr>
          <p:cNvPr name="TextBox 20" id="20"/>
          <p:cNvSpPr txBox="true"/>
          <p:nvPr/>
        </p:nvSpPr>
        <p:spPr>
          <a:xfrm>
            <a:off x="4069425" y="4599846"/>
            <a:ext cx="585418" cy="523220"/>
          </a:xfrm>
          <a:prstGeom prst="rect">
            <a:avLst/>
          </a:prstGeom>
          <a:noFill/>
        </p:spPr>
        <p:txBody>
          <a:bodyPr anchor="t" rtlCol="false" vert="horz" wrap="none" tIns="45720" lIns="91440" bIns="45720" rIns="91440">
            <a:spAutoFit/>
          </a:bodyPr>
          <a:lstStyle/>
          <a:p>
            <a:pPr algn="r" marL="0">
              <a:defRPr/>
            </a:pPr>
            <a:r>
              <a:rPr lang="en-GB" b="true" i="false" sz="2800" baseline="0" u="none">
                <a:solidFill>
                  <a:schemeClr val="accent2"/>
                </a:solidFill>
                <a:effectLst>
                  <a:outerShdw algn="ctr" blurRad="254000" dist="127000" rotWithShape="false">
                    <a:schemeClr val="accent2">
                      <a:alpha val="32000"/>
                    </a:schemeClr>
                  </a:outerShdw>
                </a:effectLst>
                <a:latin typeface="Arial"/>
                <a:ea typeface="Arial"/>
              </a:rPr>
              <a:t>06</a:t>
            </a:r>
            <a:endParaRPr lang="en-US" sz="1100"/>
          </a:p>
        </p:txBody>
      </p:sp>
    </p:spTree>
  </p:cSld>
  <p:clrMapOvr>
    <a:masterClrMapping/>
  </p:clrMapOvr>
  <p:transition spd="slow">
    <p:split dir="in"/>
  </p:transition>
  <p:timing>
    <p:tnLst>
      <p:par>
        <p:cTn id="4834" dur="indefinite" repeatCount="1000" spd="100%" accel="0%" decel="0%" restart="never" nodeType="tmRoot">
          <p:childTnLst>
            <p:seq concurrent="true" nextAc="seek">
              <p:cTn id="4835" dur="indefinite" repeatCount="1000" spd="100%" accel="0%" decel="0%" nodeType="mainSeq">
                <p:childTnLst>
                  <p:par>
                    <p:cTn id="4836" repeatCount="1000" spd="100%" accel="0%" decel="0%" fill="hold">
                      <p:stCondLst>
                        <p:cond delay="indefinite"/>
                        <p:cond evt="onBegin" delay="0">
                          <p:tn val="4835"/>
                        </p:cond>
                      </p:stCondLst>
                      <p:childTnLst>
                        <p:par>
                          <p:cTn id="4837" repeatCount="1000" spd="100%" decel="0%" fill="hold">
                            <p:stCondLst>
                              <p:cond delay="0"/>
                            </p:stCondLst>
                            <p:childTnLst>
                              <p:par>
                                <p:cTn id="4838" presetID="1" presetClass="entr" presetSubtype="0" repeatCount="1000" spd="100%" decel="0%" fill="hold" nodeType="afterEffect">
                                  <p:stCondLst>
                                    <p:cond delay="0"/>
                                  </p:stCondLst>
                                  <p:childTnLst>
                                    <p:set>
                                      <p:cBhvr>
                                        <p:cTn id="4839" dur="1" repeatCount="1000" spd="100%" accel="0%" decel="0%" fill="hold">
                                          <p:stCondLst>
                                            <p:cond delay="0"/>
                                          </p:stCondLst>
                                        </p:cTn>
                                        <p:tgtEl>
                                          <p:spTgt spid="6"/>
                                        </p:tgtEl>
                                        <p:attrNameLst>
                                          <p:attrName>style.visibility</p:attrName>
                                        </p:attrNameLst>
                                      </p:cBhvr>
                                      <p:to>
                                        <p:strVal val="visible"/>
                                      </p:to>
                                    </p:set>
                                  </p:childTnLst>
                                </p:cTn>
                              </p:par>
                            </p:childTnLst>
                          </p:cTn>
                        </p:par>
                        <p:par>
                          <p:cTn id="4840" repeatCount="1000" spd="100%" decel="0%" fill="hold">
                            <p:stCondLst>
                              <p:cond delay="0"/>
                            </p:stCondLst>
                            <p:childTnLst>
                              <p:par>
                                <p:cTn id="4841" presetID="1" presetClass="entr" presetSubtype="0" repeatCount="1000" spd="100%" decel="0%" fill="hold" nodeType="afterEffect">
                                  <p:stCondLst>
                                    <p:cond delay="0"/>
                                  </p:stCondLst>
                                  <p:childTnLst>
                                    <p:set>
                                      <p:cBhvr>
                                        <p:cTn id="4842" dur="1" repeatCount="1000" spd="100%" accel="0%" decel="0%" fill="hold">
                                          <p:stCondLst>
                                            <p:cond delay="0"/>
                                          </p:stCondLst>
                                        </p:cTn>
                                        <p:tgtEl>
                                          <p:spTgt spid="7"/>
                                        </p:tgtEl>
                                        <p:attrNameLst>
                                          <p:attrName>style.visibility</p:attrName>
                                        </p:attrNameLst>
                                      </p:cBhvr>
                                      <p:to>
                                        <p:strVal val="visible"/>
                                      </p:to>
                                    </p:set>
                                  </p:childTnLst>
                                </p:cTn>
                              </p:par>
                            </p:childTnLst>
                          </p:cTn>
                        </p:par>
                        <p:par>
                          <p:cTn id="4843" repeatCount="1000" spd="100%" decel="0%" fill="hold">
                            <p:stCondLst>
                              <p:cond delay="0"/>
                            </p:stCondLst>
                            <p:childTnLst>
                              <p:par>
                                <p:cTn id="4844" presetID="17" presetClass="entr" presetSubtype="8" repeatCount="1000" spd="100%" decel="0%" fill="hold" nodeType="afterEffect">
                                  <p:stCondLst>
                                    <p:cond delay="0"/>
                                  </p:stCondLst>
                                  <p:childTnLst>
                                    <p:anim calcmode="lin" valueType="num">
                                      <p:cBhvr additive="base">
                                        <p:cTn id="4845" dur="500" repeatCount="1000" spd="100%" accel="0%" decel="0%" fill="hold"/>
                                        <p:tgtEl>
                                          <p:spTgt spid="5"/>
                                        </p:tgtEl>
                                        <p:attrNameLst>
                                          <p:attrName>ppt_x</p:attrName>
                                        </p:attrNameLst>
                                      </p:cBhvr>
                                      <p:tavLst>
                                        <p:tav fmla="" tm="0">
                                          <p:val>
                                            <p:strVal val="#ppt_x-#ppt_w/2"/>
                                          </p:val>
                                        </p:tav>
                                        <p:tav fmla="" tm="100000">
                                          <p:val>
                                            <p:strVal val="#ppt_x"/>
                                          </p:val>
                                        </p:tav>
                                      </p:tavLst>
                                    </p:anim>
                                    <p:anim calcmode="lin" valueType="num">
                                      <p:cBhvr additive="base">
                                        <p:cTn id="4846" dur="500" repeatCount="1000" spd="100%" accel="0%" decel="0%" fill="hold"/>
                                        <p:tgtEl>
                                          <p:spTgt spid="5"/>
                                        </p:tgtEl>
                                        <p:attrNameLst>
                                          <p:attrName>ppt_y</p:attrName>
                                        </p:attrNameLst>
                                      </p:cBhvr>
                                      <p:tavLst>
                                        <p:tav fmla="" tm="0">
                                          <p:val>
                                            <p:strVal val="#ppt_y"/>
                                          </p:val>
                                        </p:tav>
                                        <p:tav fmla="" tm="100000">
                                          <p:val>
                                            <p:strVal val="#ppt_y"/>
                                          </p:val>
                                        </p:tav>
                                      </p:tavLst>
                                    </p:anim>
                                    <p:anim calcmode="lin" valueType="num">
                                      <p:cBhvr additive="base">
                                        <p:cTn id="4847" dur="500" repeatCount="1000" spd="100%" accel="0%" decel="0%" fill="hold"/>
                                        <p:tgtEl>
                                          <p:spTgt spid="5"/>
                                        </p:tgtEl>
                                        <p:attrNameLst>
                                          <p:attrName>ppt_w</p:attrName>
                                        </p:attrNameLst>
                                      </p:cBhvr>
                                      <p:tavLst>
                                        <p:tav fmla="" tm="0">
                                          <p:val>
                                            <p:fltVal val="0.0"/>
                                          </p:val>
                                        </p:tav>
                                        <p:tav fmla="" tm="100000">
                                          <p:val>
                                            <p:strVal val="#ppt_w"/>
                                          </p:val>
                                        </p:tav>
                                      </p:tavLst>
                                    </p:anim>
                                    <p:anim calcmode="lin" valueType="num">
                                      <p:cBhvr additive="base">
                                        <p:cTn id="4848" dur="500" repeatCount="1000" spd="100%" accel="0%" decel="0%" fill="hold"/>
                                        <p:tgtEl>
                                          <p:spTgt spid="5"/>
                                        </p:tgtEl>
                                        <p:attrNameLst>
                                          <p:attrName>ppt_h</p:attrName>
                                        </p:attrNameLst>
                                      </p:cBhvr>
                                      <p:tavLst>
                                        <p:tav fmla="" tm="0">
                                          <p:val>
                                            <p:strVal val="#ppt_h"/>
                                          </p:val>
                                        </p:tav>
                                        <p:tav fmla="" tm="100000">
                                          <p:val>
                                            <p:strVal val="#ppt_h"/>
                                          </p:val>
                                        </p:tav>
                                      </p:tavLst>
                                    </p:anim>
                                    <p:set>
                                      <p:cBhvr additive="base">
                                        <p:cTn id="4849" dur="500" repeatCount="1000" spd="100%" accel="0%" decel="0%" fill="hold">
                                          <p:stCondLst>
                                            <p:cond delay="0"/>
                                          </p:stCondLst>
                                        </p:cTn>
                                        <p:tgtEl>
                                          <p:spTgt spid="5"/>
                                        </p:tgtEl>
                                        <p:attrNameLst>
                                          <p:attrName>style.visibility</p:attrName>
                                        </p:attrNameLst>
                                      </p:cBhvr>
                                      <p:to>
                                        <p:strVal val="visible"/>
                                      </p:to>
                                    </p:set>
                                  </p:childTnLst>
                                </p:cTn>
                              </p:par>
                            </p:childTnLst>
                          </p:cTn>
                        </p:par>
                        <p:par>
                          <p:cTn id="4850" repeatCount="1000" spd="100%" decel="0%" fill="hold">
                            <p:stCondLst>
                              <p:cond delay="0"/>
                            </p:stCondLst>
                            <p:childTnLst>
                              <p:par>
                                <p:cTn id="4851" presetID="1" presetClass="entr" presetSubtype="0" repeatCount="1000" spd="100%" decel="0%" fill="hold" nodeType="afterEffect">
                                  <p:stCondLst>
                                    <p:cond delay="0"/>
                                  </p:stCondLst>
                                  <p:childTnLst>
                                    <p:set>
                                      <p:cBhvr>
                                        <p:cTn id="4852" dur="1" repeatCount="1000" spd="100%" accel="0%" decel="0%" fill="hold">
                                          <p:stCondLst>
                                            <p:cond delay="0"/>
                                          </p:stCondLst>
                                        </p:cTn>
                                        <p:tgtEl>
                                          <p:spTgt spid="12"/>
                                        </p:tgtEl>
                                        <p:attrNameLst>
                                          <p:attrName>style.visibility</p:attrName>
                                        </p:attrNameLst>
                                      </p:cBhvr>
                                      <p:to>
                                        <p:strVal val="visible"/>
                                      </p:to>
                                    </p:set>
                                  </p:childTnLst>
                                </p:cTn>
                              </p:par>
                            </p:childTnLst>
                          </p:cTn>
                        </p:par>
                        <p:par>
                          <p:cTn id="4853" repeatCount="1000" spd="100%" decel="0%" fill="hold">
                            <p:stCondLst>
                              <p:cond delay="0"/>
                            </p:stCondLst>
                            <p:childTnLst>
                              <p:par>
                                <p:cTn id="4854" presetID="1" presetClass="entr" presetSubtype="0" repeatCount="1000" spd="100%" decel="0%" fill="hold" nodeType="afterEffect">
                                  <p:stCondLst>
                                    <p:cond delay="0"/>
                                  </p:stCondLst>
                                  <p:childTnLst>
                                    <p:set>
                                      <p:cBhvr>
                                        <p:cTn id="4855" dur="1" repeatCount="1000" spd="100%" accel="0%" decel="0%" fill="hold">
                                          <p:stCondLst>
                                            <p:cond delay="0"/>
                                          </p:stCondLst>
                                        </p:cTn>
                                        <p:tgtEl>
                                          <p:spTgt spid="13"/>
                                        </p:tgtEl>
                                        <p:attrNameLst>
                                          <p:attrName>style.visibility</p:attrName>
                                        </p:attrNameLst>
                                      </p:cBhvr>
                                      <p:to>
                                        <p:strVal val="visible"/>
                                      </p:to>
                                    </p:set>
                                  </p:childTnLst>
                                </p:cTn>
                              </p:par>
                            </p:childTnLst>
                          </p:cTn>
                        </p:par>
                        <p:par>
                          <p:cTn id="4856" repeatCount="1000" spd="100%" decel="0%" fill="hold">
                            <p:stCondLst>
                              <p:cond delay="0"/>
                            </p:stCondLst>
                            <p:childTnLst>
                              <p:par>
                                <p:cTn id="4857" presetID="7" presetClass="entr" presetSubtype="8" repeatCount="1000" spd="100%" decel="0%" fill="hold" nodeType="afterEffect">
                                  <p:stCondLst>
                                    <p:cond delay="0"/>
                                  </p:stCondLst>
                                  <p:childTnLst>
                                    <p:anim calcmode="lin" valueType="num">
                                      <p:cBhvr additive="base">
                                        <p:cTn id="4858" dur="2000" repeatCount="1000" spd="100%" accel="0%" decel="0%" fill="hold"/>
                                        <p:tgtEl>
                                          <p:spTgt spid="11"/>
                                        </p:tgtEl>
                                        <p:attrNameLst>
                                          <p:attrName>ppt_x</p:attrName>
                                        </p:attrNameLst>
                                      </p:cBhvr>
                                      <p:tavLst>
                                        <p:tav fmla="" tm="0">
                                          <p:val>
                                            <p:strVal val="0-#ppt_w/2"/>
                                          </p:val>
                                        </p:tav>
                                        <p:tav fmla="" tm="100000">
                                          <p:val>
                                            <p:strVal val="#ppt_x"/>
                                          </p:val>
                                        </p:tav>
                                      </p:tavLst>
                                    </p:anim>
                                    <p:anim calcmode="lin" valueType="num">
                                      <p:cBhvr additive="base">
                                        <p:cTn id="4859" dur="2000" repeatCount="1000" spd="100%" accel="0%" decel="0%" fill="hold"/>
                                        <p:tgtEl>
                                          <p:spTgt spid="11"/>
                                        </p:tgtEl>
                                        <p:attrNameLst>
                                          <p:attrName>ppt_y</p:attrName>
                                        </p:attrNameLst>
                                      </p:cBhvr>
                                      <p:tavLst>
                                        <p:tav fmla="" tm="0">
                                          <p:val>
                                            <p:strVal val="#ppt_y"/>
                                          </p:val>
                                        </p:tav>
                                        <p:tav fmla="" tm="100000">
                                          <p:val>
                                            <p:strVal val="#ppt_y"/>
                                          </p:val>
                                        </p:tav>
                                      </p:tavLst>
                                    </p:anim>
                                    <p:set>
                                      <p:cBhvr>
                                        <p:cTn id="4860" dur="2000" repeatCount="1000" spd="100%" accel="0%" decel="0%" fill="hold">
                                          <p:stCondLst>
                                            <p:cond delay="0"/>
                                          </p:stCondLst>
                                        </p:cTn>
                                        <p:tgtEl>
                                          <p:spTgt spid="11"/>
                                        </p:tgtEl>
                                        <p:attrNameLst>
                                          <p:attrName>style.visibility</p:attrName>
                                        </p:attrNameLst>
                                      </p:cBhvr>
                                      <p:to>
                                        <p:strVal val="visible"/>
                                      </p:to>
                                    </p:set>
                                  </p:childTnLst>
                                </p:cTn>
                              </p:par>
                            </p:childTnLst>
                          </p:cTn>
                        </p:par>
                        <p:par>
                          <p:cTn id="4861" repeatCount="1000" spd="100%" decel="0%" fill="hold">
                            <p:stCondLst>
                              <p:cond delay="0"/>
                            </p:stCondLst>
                            <p:childTnLst>
                              <p:par>
                                <p:cTn id="4862" presetID="1" presetClass="entr" presetSubtype="0" repeatCount="1000" spd="100%" decel="0%" fill="hold" nodeType="afterEffect">
                                  <p:stCondLst>
                                    <p:cond delay="0"/>
                                  </p:stCondLst>
                                  <p:childTnLst>
                                    <p:set>
                                      <p:cBhvr>
                                        <p:cTn id="4863" dur="1" repeatCount="1000" spd="100%" accel="0%" decel="0%" fill="hold">
                                          <p:stCondLst>
                                            <p:cond delay="0"/>
                                          </p:stCondLst>
                                        </p:cTn>
                                        <p:tgtEl>
                                          <p:spTgt spid="3"/>
                                        </p:tgtEl>
                                        <p:attrNameLst>
                                          <p:attrName>style.visibility</p:attrName>
                                        </p:attrNameLst>
                                      </p:cBhvr>
                                      <p:to>
                                        <p:strVal val="visible"/>
                                      </p:to>
                                    </p:set>
                                  </p:childTnLst>
                                </p:cTn>
                              </p:par>
                            </p:childTnLst>
                          </p:cTn>
                        </p:par>
                        <p:par>
                          <p:cTn id="4864" repeatCount="1000" spd="100%" decel="0%" fill="hold">
                            <p:stCondLst>
                              <p:cond delay="0"/>
                            </p:stCondLst>
                            <p:childTnLst>
                              <p:par>
                                <p:cTn id="4865" presetID="1" presetClass="entr" presetSubtype="0" repeatCount="1000" spd="100%" decel="0%" fill="hold" nodeType="afterEffect">
                                  <p:stCondLst>
                                    <p:cond delay="0"/>
                                  </p:stCondLst>
                                  <p:childTnLst>
                                    <p:set>
                                      <p:cBhvr>
                                        <p:cTn id="4866" dur="1" repeatCount="1000" spd="100%" accel="0%" decel="0%" fill="hold">
                                          <p:stCondLst>
                                            <p:cond delay="0"/>
                                          </p:stCondLst>
                                        </p:cTn>
                                        <p:tgtEl>
                                          <p:spTgt spid="4"/>
                                        </p:tgtEl>
                                        <p:attrNameLst>
                                          <p:attrName>style.visibility</p:attrName>
                                        </p:attrNameLst>
                                      </p:cBhvr>
                                      <p:to>
                                        <p:strVal val="visible"/>
                                      </p:to>
                                    </p:set>
                                  </p:childTnLst>
                                </p:cTn>
                              </p:par>
                            </p:childTnLst>
                          </p:cTn>
                        </p:par>
                        <p:par>
                          <p:cTn id="4867" repeatCount="1000" spd="100%" decel="0%" fill="hold">
                            <p:stCondLst>
                              <p:cond delay="0"/>
                            </p:stCondLst>
                            <p:childTnLst>
                              <p:par>
                                <p:cTn id="4868" presetID="49" presetClass="entr" presetSubtype="0" repeatCount="1000" spd="100%" decel="0%" fill="hold" nodeType="afterEffect">
                                  <p:stCondLst>
                                    <p:cond delay="0"/>
                                  </p:stCondLst>
                                  <p:childTnLst>
                                    <p:anim calcmode="lin" valueType="num">
                                      <p:cBhvr>
                                        <p:cTn id="4870" dur="1000" repeatCount="1000" spd="100%" accel="0%" decel="0%" fill="hold"/>
                                        <p:tgtEl>
                                          <p:spTgt spid="2"/>
                                        </p:tgtEl>
                                        <p:attrNameLst>
                                          <p:attrName>ppt_w</p:attrName>
                                        </p:attrNameLst>
                                      </p:cBhvr>
                                      <p:tavLst>
                                        <p:tav fmla="" tm="0">
                                          <p:val>
                                            <p:fltVal val="0.0"/>
                                          </p:val>
                                        </p:tav>
                                        <p:tav fmla="" tm="100000">
                                          <p:val>
                                            <p:strVal val="#ppt_w"/>
                                          </p:val>
                                        </p:tav>
                                      </p:tavLst>
                                    </p:anim>
                                    <p:anim calcmode="lin" valueType="num">
                                      <p:cBhvr>
                                        <p:cTn id="4871" dur="1000" repeatCount="1000" spd="100%" accel="0%" decel="0%" fill="hold"/>
                                        <p:tgtEl>
                                          <p:spTgt spid="2"/>
                                        </p:tgtEl>
                                        <p:attrNameLst>
                                          <p:attrName>ppt_h</p:attrName>
                                        </p:attrNameLst>
                                      </p:cBhvr>
                                      <p:tavLst>
                                        <p:tav fmla="" tm="0">
                                          <p:val>
                                            <p:fltVal val="0.0"/>
                                          </p:val>
                                        </p:tav>
                                        <p:tav fmla="" tm="100000">
                                          <p:val>
                                            <p:strVal val="#ppt_h"/>
                                          </p:val>
                                        </p:tav>
                                      </p:tavLst>
                                    </p:anim>
                                    <p:anim calcmode="lin" valueType="num">
                                      <p:cBhvr>
                                        <p:cTn id="4872" dur="1000" repeatCount="1000" spd="100%" accel="0%" decel="0%" fill="hold"/>
                                        <p:tgtEl>
                                          <p:spTgt spid="2"/>
                                        </p:tgtEl>
                                        <p:attrNameLst>
                                          <p:attrName>style.rotation</p:attrName>
                                        </p:attrNameLst>
                                      </p:cBhvr>
                                      <p:tavLst>
                                        <p:tav fmla="" tm="0">
                                          <p:val>
                                            <p:fltVal val="360.0"/>
                                          </p:val>
                                        </p:tav>
                                        <p:tav fmla="" tm="100000">
                                          <p:val>
                                            <p:fltVal val="0.0"/>
                                          </p:val>
                                        </p:tav>
                                      </p:tavLst>
                                    </p:anim>
                                    <p:animEffect filter="fade" transition="in">
                                      <p:cBhvr>
                                        <p:cTn id="4869" dur="1000" repeatCount="1000" spd="100%" accel="0%" decel="0%"/>
                                        <p:tgtEl>
                                          <p:spTgt spid="2"/>
                                        </p:tgtEl>
                                      </p:cBhvr>
                                    </p:animEffect>
                                    <p:set>
                                      <p:cBhvr>
                                        <p:cTn id="4873" dur="1000" repeatCount="1000" spd="100%" accel="0%" decel="0%" fill="hold">
                                          <p:stCondLst>
                                            <p:cond delay="0"/>
                                          </p:stCondLst>
                                        </p:cTn>
                                        <p:tgtEl>
                                          <p:spTgt spid="2"/>
                                        </p:tgtEl>
                                        <p:attrNameLst>
                                          <p:attrName>style.visibility</p:attrName>
                                        </p:attrNameLst>
                                      </p:cBhvr>
                                      <p:to>
                                        <p:strVal val="visible"/>
                                      </p:to>
                                    </p:set>
                                  </p:childTnLst>
                                </p:cTn>
                              </p:par>
                            </p:childTnLst>
                          </p:cTn>
                        </p:par>
                        <p:par>
                          <p:cTn id="4874" repeatCount="1000" spd="100%" decel="0%" fill="hold">
                            <p:stCondLst>
                              <p:cond delay="0"/>
                            </p:stCondLst>
                            <p:childTnLst>
                              <p:par>
                                <p:cTn id="4875" presetID="1" presetClass="entr" presetSubtype="0" repeatCount="1000" spd="100%" decel="0%" fill="hold" nodeType="afterEffect">
                                  <p:stCondLst>
                                    <p:cond delay="0"/>
                                  </p:stCondLst>
                                  <p:childTnLst>
                                    <p:set>
                                      <p:cBhvr>
                                        <p:cTn id="4876" dur="1" repeatCount="1000" spd="100%" accel="0%" decel="0%" fill="hold">
                                          <p:stCondLst>
                                            <p:cond delay="0"/>
                                          </p:stCondLst>
                                        </p:cTn>
                                        <p:tgtEl>
                                          <p:spTgt spid="9"/>
                                        </p:tgtEl>
                                        <p:attrNameLst>
                                          <p:attrName>style.visibility</p:attrName>
                                        </p:attrNameLst>
                                      </p:cBhvr>
                                      <p:to>
                                        <p:strVal val="visible"/>
                                      </p:to>
                                    </p:set>
                                  </p:childTnLst>
                                </p:cTn>
                              </p:par>
                            </p:childTnLst>
                          </p:cTn>
                        </p:par>
                        <p:par>
                          <p:cTn id="4877" repeatCount="1000" spd="100%" decel="0%" fill="hold">
                            <p:stCondLst>
                              <p:cond delay="0"/>
                            </p:stCondLst>
                            <p:childTnLst>
                              <p:par>
                                <p:cTn id="4878" presetID="1" presetClass="entr" presetSubtype="0" repeatCount="1000" spd="100%" decel="0%" fill="hold" nodeType="afterEffect">
                                  <p:stCondLst>
                                    <p:cond delay="0"/>
                                  </p:stCondLst>
                                  <p:childTnLst>
                                    <p:set>
                                      <p:cBhvr>
                                        <p:cTn id="4879" dur="1" repeatCount="1000" spd="100%" accel="0%" decel="0%" fill="hold">
                                          <p:stCondLst>
                                            <p:cond delay="0"/>
                                          </p:stCondLst>
                                        </p:cTn>
                                        <p:tgtEl>
                                          <p:spTgt spid="10"/>
                                        </p:tgtEl>
                                        <p:attrNameLst>
                                          <p:attrName>style.visibility</p:attrName>
                                        </p:attrNameLst>
                                      </p:cBhvr>
                                      <p:to>
                                        <p:strVal val="visible"/>
                                      </p:to>
                                    </p:set>
                                  </p:childTnLst>
                                </p:cTn>
                              </p:par>
                            </p:childTnLst>
                          </p:cTn>
                        </p:par>
                        <p:par>
                          <p:cTn id="4880" repeatCount="1000" spd="100%" decel="0%" fill="hold">
                            <p:stCondLst>
                              <p:cond delay="0"/>
                            </p:stCondLst>
                            <p:childTnLst>
                              <p:par>
                                <p:cTn id="4881" presetID="21" presetClass="entr" presetSubtype="1" repeatCount="1000" spd="100%" decel="0%" fill="hold" nodeType="afterEffect">
                                  <p:stCondLst>
                                    <p:cond delay="0"/>
                                  </p:stCondLst>
                                  <p:childTnLst>
                                    <p:animEffect filter="wheel(1)" transition="in">
                                      <p:cBhvr>
                                        <p:cTn id="4882" dur="1000" repeatCount="1000" spd="100%" accel="0%" decel="0%"/>
                                        <p:tgtEl>
                                          <p:spTgt spid="8"/>
                                        </p:tgtEl>
                                      </p:cBhvr>
                                    </p:animEffect>
                                    <p:set>
                                      <p:cBhvr>
                                        <p:cTn id="4883" dur="1000" repeatCount="1000" spd="100%" accel="0%" decel="0%" fill="hold">
                                          <p:stCondLst>
                                            <p:cond delay="0"/>
                                          </p:stCondLst>
                                        </p:cTn>
                                        <p:tgtEl>
                                          <p:spTgt spid="8"/>
                                        </p:tgtEl>
                                        <p:attrNameLst>
                                          <p:attrName>style.visibility</p:attrName>
                                        </p:attrNameLst>
                                      </p:cBhvr>
                                      <p:to>
                                        <p:strVal val="visible"/>
                                      </p:to>
                                    </p:set>
                                  </p:childTnLst>
                                </p:cTn>
                              </p:par>
                            </p:childTnLst>
                          </p:cTn>
                        </p:par>
                        <p:par>
                          <p:cTn id="4884" repeatCount="1000" spd="100%" decel="0%" fill="hold">
                            <p:stCondLst>
                              <p:cond delay="0"/>
                            </p:stCondLst>
                            <p:childTnLst>
                              <p:par>
                                <p:cTn id="4885" presetID="1" presetClass="entr" presetSubtype="0" repeatCount="1000" spd="100%" decel="0%" fill="hold" nodeType="afterEffect">
                                  <p:stCondLst>
                                    <p:cond delay="0"/>
                                  </p:stCondLst>
                                  <p:childTnLst>
                                    <p:set>
                                      <p:cBhvr>
                                        <p:cTn id="4886" dur="1" repeatCount="1000" spd="100%" accel="0%" decel="0%" fill="hold">
                                          <p:stCondLst>
                                            <p:cond delay="0"/>
                                          </p:stCondLst>
                                        </p:cTn>
                                        <p:tgtEl>
                                          <p:spTgt spid="16"/>
                                        </p:tgtEl>
                                        <p:attrNameLst>
                                          <p:attrName>style.visibility</p:attrName>
                                        </p:attrNameLst>
                                      </p:cBhvr>
                                      <p:to>
                                        <p:strVal val="visible"/>
                                      </p:to>
                                    </p:set>
                                  </p:childTnLst>
                                </p:cTn>
                              </p:par>
                            </p:childTnLst>
                          </p:cTn>
                        </p:par>
                        <p:par>
                          <p:cTn id="4887" repeatCount="1000" spd="100%" decel="0%" fill="hold">
                            <p:stCondLst>
                              <p:cond delay="0"/>
                            </p:stCondLst>
                            <p:childTnLst>
                              <p:par>
                                <p:cTn id="4888" presetID="1" presetClass="entr" presetSubtype="0" repeatCount="1000" spd="100%" decel="0%" fill="hold" nodeType="afterEffect">
                                  <p:stCondLst>
                                    <p:cond delay="0"/>
                                  </p:stCondLst>
                                  <p:childTnLst>
                                    <p:set>
                                      <p:cBhvr>
                                        <p:cTn id="4889" dur="1" repeatCount="1000" spd="100%" accel="0%" decel="0%" fill="hold">
                                          <p:stCondLst>
                                            <p:cond delay="0"/>
                                          </p:stCondLst>
                                        </p:cTn>
                                        <p:tgtEl>
                                          <p:spTgt spid="17"/>
                                        </p:tgtEl>
                                        <p:attrNameLst>
                                          <p:attrName>style.visibility</p:attrName>
                                        </p:attrNameLst>
                                      </p:cBhvr>
                                      <p:to>
                                        <p:strVal val="visible"/>
                                      </p:to>
                                    </p:set>
                                  </p:childTnLst>
                                </p:cTn>
                              </p:par>
                            </p:childTnLst>
                          </p:cTn>
                        </p:par>
                        <p:par>
                          <p:cTn id="4890" repeatCount="1000" spd="100%" decel="0%" fill="hold">
                            <p:stCondLst>
                              <p:cond delay="0"/>
                            </p:stCondLst>
                            <p:childTnLst>
                              <p:par>
                                <p:cTn id="4891" presetID="5" presetClass="entr" presetSubtype="5" repeatCount="1000" spd="100%" decel="0%" fill="hold" nodeType="afterEffect">
                                  <p:stCondLst>
                                    <p:cond delay="0"/>
                                  </p:stCondLst>
                                  <p:childTnLst>
                                    <p:animEffect filter="checkerboard(down)" transition="in">
                                      <p:cBhvr>
                                        <p:cTn id="4892" dur="1000" repeatCount="1000" spd="100%" accel="0%" decel="0%"/>
                                        <p:tgtEl>
                                          <p:spTgt spid="15"/>
                                        </p:tgtEl>
                                      </p:cBhvr>
                                    </p:animEffect>
                                    <p:set>
                                      <p:cBhvr>
                                        <p:cTn id="4893" dur="1000" repeatCount="1000" spd="100%" accel="0%" decel="0%" fill="hold">
                                          <p:stCondLst>
                                            <p:cond delay="0"/>
                                          </p:stCondLst>
                                        </p:cTn>
                                        <p:tgtEl>
                                          <p:spTgt spid="15"/>
                                        </p:tgtEl>
                                        <p:attrNameLst>
                                          <p:attrName>style.visibility</p:attrName>
                                        </p:attrNameLst>
                                      </p:cBhvr>
                                      <p:to>
                                        <p:strVal val="visible"/>
                                      </p:to>
                                    </p:set>
                                  </p:childTnLst>
                                </p:cTn>
                              </p:par>
                            </p:childTnLst>
                          </p:cTn>
                        </p:par>
                        <p:par>
                          <p:cTn id="4894" repeatCount="1000" spd="100%" decel="0%" fill="hold">
                            <p:stCondLst>
                              <p:cond delay="0"/>
                            </p:stCondLst>
                            <p:childTnLst>
                              <p:par>
                                <p:cTn id="4895" presetID="1" presetClass="entr" presetSubtype="0" repeatCount="1000" spd="100%" decel="0%" fill="hold" nodeType="afterEffect">
                                  <p:stCondLst>
                                    <p:cond delay="0"/>
                                  </p:stCondLst>
                                  <p:childTnLst>
                                    <p:set>
                                      <p:cBhvr>
                                        <p:cTn id="4896" dur="1" repeatCount="1000" spd="100%" accel="0%" decel="0%" fill="hold">
                                          <p:stCondLst>
                                            <p:cond delay="0"/>
                                          </p:stCondLst>
                                        </p:cTn>
                                        <p:tgtEl>
                                          <p:spTgt spid="19"/>
                                        </p:tgtEl>
                                        <p:attrNameLst>
                                          <p:attrName>style.visibility</p:attrName>
                                        </p:attrNameLst>
                                      </p:cBhvr>
                                      <p:to>
                                        <p:strVal val="visible"/>
                                      </p:to>
                                    </p:set>
                                  </p:childTnLst>
                                </p:cTn>
                              </p:par>
                            </p:childTnLst>
                          </p:cTn>
                        </p:par>
                        <p:par>
                          <p:cTn id="4897" repeatCount="1000" spd="100%" decel="0%" fill="hold">
                            <p:stCondLst>
                              <p:cond delay="0"/>
                            </p:stCondLst>
                            <p:childTnLst>
                              <p:par>
                                <p:cTn id="4898" presetID="1" presetClass="entr" presetSubtype="0" repeatCount="1000" spd="100%" decel="0%" fill="hold" nodeType="afterEffect">
                                  <p:stCondLst>
                                    <p:cond delay="0"/>
                                  </p:stCondLst>
                                  <p:childTnLst>
                                    <p:set>
                                      <p:cBhvr>
                                        <p:cTn id="4899" dur="1" repeatCount="1000" spd="100%" accel="0%" decel="0%" fill="hold">
                                          <p:stCondLst>
                                            <p:cond delay="0"/>
                                          </p:stCondLst>
                                        </p:cTn>
                                        <p:tgtEl>
                                          <p:spTgt spid="20"/>
                                        </p:tgtEl>
                                        <p:attrNameLst>
                                          <p:attrName>style.visibility</p:attrName>
                                        </p:attrNameLst>
                                      </p:cBhvr>
                                      <p:to>
                                        <p:strVal val="visible"/>
                                      </p:to>
                                    </p:set>
                                  </p:childTnLst>
                                </p:cTn>
                              </p:par>
                            </p:childTnLst>
                          </p:cTn>
                        </p:par>
                        <p:par>
                          <p:cTn id="4900" repeatCount="1000" spd="100%" decel="0%" fill="hold">
                            <p:stCondLst>
                              <p:cond delay="0"/>
                            </p:stCondLst>
                            <p:childTnLst>
                              <p:par>
                                <p:cTn id="4901" presetID="54" presetClass="entr" presetSubtype="0" repeatCount="1000" spd="100%" decel="0%" fill="hold" nodeType="afterEffect">
                                  <p:stCondLst>
                                    <p:cond delay="0"/>
                                  </p:stCondLst>
                                  <p:childTnLst>
                                    <p:anim calcmode="lin" valueType="num">
                                      <p:cBhvr>
                                        <p:cTn id="4903" dur="1000" repeatCount="1000" spd="100%" accel="0%" decel="0%" fill="hold"/>
                                        <p:tgtEl>
                                          <p:spTgt spid="18"/>
                                        </p:tgtEl>
                                        <p:attrNameLst>
                                          <p:attrName>ppt_w</p:attrName>
                                        </p:attrNameLst>
                                      </p:cBhvr>
                                      <p:tavLst>
                                        <p:tav fmla="" tm="0">
                                          <p:val>
                                            <p:strVal val="#ppt_w*0.05"/>
                                          </p:val>
                                        </p:tav>
                                        <p:tav fmla="" tm="100000">
                                          <p:val>
                                            <p:strVal val="#ppt_w"/>
                                          </p:val>
                                        </p:tav>
                                      </p:tavLst>
                                    </p:anim>
                                    <p:anim calcmode="lin" valueType="num">
                                      <p:cBhvr>
                                        <p:cTn id="4904" dur="1000" repeatCount="1000" spd="100%" accel="0%" decel="0%" fill="hold"/>
                                        <p:tgtEl>
                                          <p:spTgt spid="18"/>
                                        </p:tgtEl>
                                        <p:attrNameLst>
                                          <p:attrName>ppt_h</p:attrName>
                                        </p:attrNameLst>
                                      </p:cBhvr>
                                      <p:tavLst>
                                        <p:tav fmla="" tm="0">
                                          <p:val>
                                            <p:strVal val="#ppt_h"/>
                                          </p:val>
                                        </p:tav>
                                        <p:tav fmla="" tm="100000">
                                          <p:val>
                                            <p:strVal val="#ppt_h"/>
                                          </p:val>
                                        </p:tav>
                                      </p:tavLst>
                                    </p:anim>
                                    <p:anim calcmode="lin" valueType="num">
                                      <p:cBhvr>
                                        <p:cTn id="4905" dur="1000" repeatCount="1000" spd="100%" accel="0%" decel="0%" fill="hold"/>
                                        <p:tgtEl>
                                          <p:spTgt spid="18"/>
                                        </p:tgtEl>
                                        <p:attrNameLst>
                                          <p:attrName>ppt_x</p:attrName>
                                        </p:attrNameLst>
                                      </p:cBhvr>
                                      <p:tavLst>
                                        <p:tav fmla="" tm="0">
                                          <p:val>
                                            <p:strVal val="#ppt_x-.2"/>
                                          </p:val>
                                        </p:tav>
                                        <p:tav fmla="" tm="100000">
                                          <p:val>
                                            <p:strVal val="#ppt_x"/>
                                          </p:val>
                                        </p:tav>
                                      </p:tavLst>
                                    </p:anim>
                                    <p:anim calcmode="lin" valueType="num">
                                      <p:cBhvr>
                                        <p:cTn id="4906" dur="1000" repeatCount="1000" spd="100%" accel="0%" decel="0%" fill="hold"/>
                                        <p:tgtEl>
                                          <p:spTgt spid="18"/>
                                        </p:tgtEl>
                                        <p:attrNameLst>
                                          <p:attrName>ppt_y</p:attrName>
                                        </p:attrNameLst>
                                      </p:cBhvr>
                                      <p:tavLst>
                                        <p:tav fmla="" tm="0">
                                          <p:val>
                                            <p:strVal val="#ppt_y"/>
                                          </p:val>
                                        </p:tav>
                                        <p:tav fmla="" tm="100000">
                                          <p:val>
                                            <p:strVal val="#ppt_y"/>
                                          </p:val>
                                        </p:tav>
                                      </p:tavLst>
                                    </p:anim>
                                    <p:animEffect filter="fade" transition="in">
                                      <p:cBhvr>
                                        <p:cTn id="4902" dur="1000" repeatCount="1000" spd="100%" accel="0%" decel="0%"/>
                                        <p:tgtEl>
                                          <p:spTgt spid="18"/>
                                        </p:tgtEl>
                                      </p:cBhvr>
                                    </p:animEffect>
                                    <p:set>
                                      <p:cBhvr>
                                        <p:cTn id="4907" dur="1000" repeatCount="1000" spd="100%" accel="0%" decel="0%"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Introduction to AI Agents</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01</a:t>
            </a:r>
            <a:endParaRPr lang="en-US" sz="1100"/>
          </a:p>
        </p:txBody>
      </p:sp>
    </p:spTree>
  </p:cSld>
  <p:clrMapOvr>
    <a:masterClrMapping/>
  </p:clrMapOvr>
  <p:transition spd="slow">
    <p:random/>
  </p:transition>
  <p:timing>
    <p:tnLst>
      <p:par>
        <p:cTn id="6146" dur="indefinite" repeatCount="1000" spd="100%" accel="0%" decel="0%" restart="never" nodeType="tmRoot">
          <p:childTnLst>
            <p:seq concurrent="true" nextAc="seek">
              <p:cTn id="6147" dur="indefinite" repeatCount="1000" spd="100%" accel="0%" decel="0%" nodeType="mainSeq">
                <p:childTnLst>
                  <p:par>
                    <p:cTn id="6148" repeatCount="1000" spd="100%" accel="0%" decel="0%" fill="hold">
                      <p:stCondLst>
                        <p:cond delay="indefinite"/>
                        <p:cond evt="onBegin" delay="0">
                          <p:tn val="6147"/>
                        </p:cond>
                      </p:stCondLst>
                      <p:childTnLst>
                        <p:par>
                          <p:cTn id="6149" repeatCount="1000" spd="100%" decel="0%" fill="hold">
                            <p:stCondLst>
                              <p:cond delay="0"/>
                            </p:stCondLst>
                            <p:childTnLst>
                              <p:par>
                                <p:cTn id="6150" presetID="2" presetClass="entr" presetSubtype="3" repeatCount="1000" spd="100%" decel="0%" fill="hold" nodeType="afterEffect">
                                  <p:stCondLst>
                                    <p:cond delay="0"/>
                                  </p:stCondLst>
                                  <p:childTnLst>
                                    <p:anim calcmode="lin" valueType="num">
                                      <p:cBhvr additive="base">
                                        <p:cTn id="6151" dur="1000" repeatCount="1000" spd="100%" accel="0%" decel="0%" fill="hold"/>
                                        <p:tgtEl>
                                          <p:spTgt spid="3"/>
                                        </p:tgtEl>
                                        <p:attrNameLst>
                                          <p:attrName>ppt_x</p:attrName>
                                        </p:attrNameLst>
                                      </p:cBhvr>
                                      <p:tavLst>
                                        <p:tav fmla="" tm="0">
                                          <p:val>
                                            <p:strVal val="1+#ppt_w/2"/>
                                          </p:val>
                                        </p:tav>
                                        <p:tav fmla="" tm="100000">
                                          <p:val>
                                            <p:strVal val="#ppt_x"/>
                                          </p:val>
                                        </p:tav>
                                      </p:tavLst>
                                    </p:anim>
                                    <p:anim calcmode="lin" valueType="num">
                                      <p:cBhvr additive="base">
                                        <p:cTn id="6152" dur="1000" repeatCount="1000" spd="100%" accel="0%" decel="0%" fill="hold"/>
                                        <p:tgtEl>
                                          <p:spTgt spid="3"/>
                                        </p:tgtEl>
                                        <p:attrNameLst>
                                          <p:attrName>ppt_y</p:attrName>
                                        </p:attrNameLst>
                                      </p:cBhvr>
                                      <p:tavLst>
                                        <p:tav fmla="" tm="0">
                                          <p:val>
                                            <p:strVal val="0-#ppt_h/2"/>
                                          </p:val>
                                        </p:tav>
                                        <p:tav fmla="" tm="100000">
                                          <p:val>
                                            <p:strVal val="#ppt_y"/>
                                          </p:val>
                                        </p:tav>
                                      </p:tavLst>
                                    </p:anim>
                                    <p:set>
                                      <p:cBhvr>
                                        <p:cTn id="6153" dur="1000" repeatCount="1000" spd="100%" accel="0%" decel="0%" fill="hold">
                                          <p:stCondLst>
                                            <p:cond delay="0"/>
                                          </p:stCondLst>
                                        </p:cTn>
                                        <p:tgtEl>
                                          <p:spTgt spid="3"/>
                                        </p:tgtEl>
                                        <p:attrNameLst>
                                          <p:attrName>style.visibility</p:attrName>
                                        </p:attrNameLst>
                                      </p:cBhvr>
                                      <p:to>
                                        <p:strVal val="visible"/>
                                      </p:to>
                                    </p:set>
                                  </p:childTnLst>
                                </p:cTn>
                              </p:par>
                            </p:childTnLst>
                          </p:cTn>
                        </p:par>
                        <p:par>
                          <p:cTn id="6154" repeatCount="1000" spd="100%" decel="0%" fill="hold">
                            <p:stCondLst>
                              <p:cond delay="0"/>
                            </p:stCondLst>
                            <p:childTnLst>
                              <p:par>
                                <p:cTn id="6155" presetID="19" presetClass="entr" presetSubtype="10" repeatCount="1000" spd="100%" decel="0%" fill="hold" nodeType="afterEffect">
                                  <p:stCondLst>
                                    <p:cond delay="0"/>
                                  </p:stCondLst>
                                  <p:childTnLst>
                                    <p:anim calcmode="lin" valueType="num">
                                      <p:cBhvr>
                                        <p:cTn id="6156" dur="2000" repeatCount="1000" spd="100%" accel="0%" decel="0%" fill="hold"/>
                                        <p:tgtEl>
                                          <p:spTgt spid="2"/>
                                        </p:tgtEl>
                                        <p:attrNameLst>
                                          <p:attrName>ppt_w</p:attrName>
                                        </p:attrNameLst>
                                      </p:cBhvr>
                                      <p:tavLst>
                                        <p:tav fmla="#ppt_w*sin(2.5*pi*$)" tm="0">
                                          <p:val>
                                            <p:fltVal val="0.0"/>
                                          </p:val>
                                        </p:tav>
                                        <p:tav fmla="" tm="100000">
                                          <p:val>
                                            <p:fltVal val="1.0"/>
                                          </p:val>
                                        </p:tav>
                                      </p:tavLst>
                                    </p:anim>
                                    <p:anim calcmode="lin" valueType="num">
                                      <p:cBhvr>
                                        <p:cTn id="6157" dur="2000" repeatCount="1000" spd="100%" accel="0%" decel="0%" fill="hold"/>
                                        <p:tgtEl>
                                          <p:spTgt spid="2"/>
                                        </p:tgtEl>
                                        <p:attrNameLst>
                                          <p:attrName>ppt_h</p:attrName>
                                        </p:attrNameLst>
                                      </p:cBhvr>
                                      <p:tavLst>
                                        <p:tav fmla="" tm="0">
                                          <p:val>
                                            <p:strVal val="#ppt_h"/>
                                          </p:val>
                                        </p:tav>
                                        <p:tav fmla="" tm="100000">
                                          <p:val>
                                            <p:strVal val="#ppt_h"/>
                                          </p:val>
                                        </p:tav>
                                      </p:tavLst>
                                    </p:anim>
                                    <p:set>
                                      <p:cBhvr>
                                        <p:cTn id="6158" dur="20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1601631" y="0"/>
            <a:ext cx="4464093" cy="6858000"/>
          </a:xfrm>
          <a:prstGeom prst="parallelogram">
            <a:avLst>
              <a:gd name="adj" fmla="val 48735"/>
            </a:avLst>
          </a:pr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TextBox 3" id="3"/>
          <p:cNvSpPr txBox="true"/>
          <p:nvPr/>
        </p:nvSpPr>
        <p:spPr>
          <a:xfrm>
            <a:off x="5477267" y="1705057"/>
            <a:ext cx="5854551" cy="1062990"/>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The primary benefits include enhanced efficiency, reduced manual workload, and the ability to uncover insights from vast datasets. This automation leads to improved decision-making and a consistent approach to repetitive tasks, making them invaluable in today's fast-paced digital landscape.</a:t>
            </a:r>
            <a:endParaRPr lang="en-US" sz="1100"/>
          </a:p>
        </p:txBody>
      </p:sp>
      <p:sp>
        <p:nvSpPr>
          <p:cNvPr name="TextBox 4" id="4"/>
          <p:cNvSpPr txBox="true"/>
          <p:nvPr/>
        </p:nvSpPr>
        <p:spPr>
          <a:xfrm>
            <a:off x="4135901" y="1632348"/>
            <a:ext cx="870751" cy="830997"/>
          </a:xfrm>
          <a:prstGeom prst="rect">
            <a:avLst/>
          </a:prstGeom>
          <a:noFill/>
        </p:spPr>
        <p:txBody>
          <a:bodyPr anchor="t" rtlCol="false" vert="horz" wrap="none" tIns="45720" lIns="91440" bIns="45720" rIns="91440">
            <a:spAutoFit/>
          </a:bodyPr>
          <a:lstStyle/>
          <a:p>
            <a:pPr algn="r" marL="0">
              <a:defRPr/>
            </a:pPr>
            <a:r>
              <a:rPr lang="en-GB" b="true" i="false" sz="4800" baseline="0" u="none">
                <a:solidFill>
                  <a:schemeClr val="accent5"/>
                </a:solidFill>
                <a:effectLst/>
                <a:latin typeface="Arial"/>
                <a:ea typeface="Arial"/>
              </a:rPr>
              <a:t>01</a:t>
            </a:r>
            <a:endParaRPr lang="en-US" sz="1100"/>
          </a:p>
        </p:txBody>
      </p:sp>
      <p:cxnSp>
        <p:nvCxnSpPr>
          <p:cNvPr name="Connector 5" id="5"/>
          <p:cNvCxnSpPr/>
          <p:nvPr/>
        </p:nvCxnSpPr>
        <p:spPr>
          <a:xfrm flipH="true">
            <a:off x="5112688" y="1455938"/>
            <a:ext cx="269163" cy="843461"/>
          </a:xfrm>
          <a:prstGeom prst="line">
            <a:avLst/>
          </a:prstGeom>
          <a:ln w="9525">
            <a:solidFill>
              <a:schemeClr val="accent5"/>
            </a:solidFill>
          </a:ln>
        </p:spPr>
      </p:cxnSp>
      <p:sp>
        <p:nvSpPr>
          <p:cNvPr name="TextBox 6" id="6"/>
          <p:cNvSpPr txBox="true"/>
          <p:nvPr/>
        </p:nvSpPr>
        <p:spPr>
          <a:xfrm>
            <a:off x="5082818" y="3327218"/>
            <a:ext cx="5854551" cy="1062990"/>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These agents can automate a wide range of activities such as web browsing, data scraping, and content generation. Their ability to interact seamlessly with various applications allows them to perform tasks that save time and increase productivity for users across different domains.</a:t>
            </a:r>
            <a:endParaRPr lang="en-US" sz="1100"/>
          </a:p>
        </p:txBody>
      </p:sp>
      <p:sp>
        <p:nvSpPr>
          <p:cNvPr name="TextBox 7" id="7"/>
          <p:cNvSpPr txBox="true"/>
          <p:nvPr/>
        </p:nvSpPr>
        <p:spPr>
          <a:xfrm>
            <a:off x="3658882" y="3262008"/>
            <a:ext cx="870752" cy="830997"/>
          </a:xfrm>
          <a:prstGeom prst="rect">
            <a:avLst/>
          </a:prstGeom>
          <a:noFill/>
        </p:spPr>
        <p:txBody>
          <a:bodyPr anchor="t" rtlCol="false" vert="horz" wrap="none" tIns="45720" lIns="91440" bIns="45720" rIns="91440">
            <a:spAutoFit/>
          </a:bodyPr>
          <a:lstStyle/>
          <a:p>
            <a:pPr algn="r" marL="0">
              <a:defRPr/>
            </a:pPr>
            <a:r>
              <a:rPr lang="en-GB" b="true" i="false" sz="4800" baseline="0" u="none">
                <a:solidFill>
                  <a:schemeClr val="accent2"/>
                </a:solidFill>
                <a:effectLst/>
                <a:latin typeface="Arial"/>
                <a:ea typeface="Arial"/>
              </a:rPr>
              <a:t>02</a:t>
            </a:r>
            <a:endParaRPr lang="en-US" sz="1100"/>
          </a:p>
        </p:txBody>
      </p:sp>
      <p:cxnSp>
        <p:nvCxnSpPr>
          <p:cNvPr name="Connector 8" id="8"/>
          <p:cNvCxnSpPr/>
          <p:nvPr/>
        </p:nvCxnSpPr>
        <p:spPr>
          <a:xfrm flipH="true">
            <a:off x="4619708" y="3078099"/>
            <a:ext cx="260441" cy="865748"/>
          </a:xfrm>
          <a:prstGeom prst="line">
            <a:avLst/>
          </a:prstGeom>
          <a:ln w="9525">
            <a:solidFill>
              <a:schemeClr val="accent2"/>
            </a:solidFill>
          </a:ln>
        </p:spPr>
      </p:cxnSp>
      <p:sp>
        <p:nvSpPr>
          <p:cNvPr name="TextBox 9" id="9"/>
          <p:cNvSpPr txBox="true"/>
          <p:nvPr/>
        </p:nvSpPr>
        <p:spPr>
          <a:xfrm>
            <a:off x="4696320" y="4877817"/>
            <a:ext cx="5854551" cy="1386840"/>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AI agents are advanced software programs designed to perform tasks autonomously. They leverage artificial intelligence to interpret commands, navigate digital environments, and execute actions without ongoing human intervention, making them powerful tools in managing complex tasks efficiently.</a:t>
            </a:r>
            <a:endParaRPr lang="en-US" sz="1100"/>
          </a:p>
        </p:txBody>
      </p:sp>
      <p:sp>
        <p:nvSpPr>
          <p:cNvPr name="TextBox 10" id="10"/>
          <p:cNvSpPr txBox="true"/>
          <p:nvPr/>
        </p:nvSpPr>
        <p:spPr>
          <a:xfrm>
            <a:off x="3084468" y="4771302"/>
            <a:ext cx="870752" cy="830997"/>
          </a:xfrm>
          <a:prstGeom prst="rect">
            <a:avLst/>
          </a:prstGeom>
          <a:noFill/>
        </p:spPr>
        <p:txBody>
          <a:bodyPr anchor="t" rtlCol="false" vert="horz" wrap="none" tIns="45720" lIns="91440" bIns="45720" rIns="91440">
            <a:spAutoFit/>
          </a:bodyPr>
          <a:lstStyle/>
          <a:p>
            <a:pPr algn="r" marL="0">
              <a:defRPr/>
            </a:pPr>
            <a:r>
              <a:rPr lang="en-GB" b="true" i="false" sz="4800" baseline="0" u="none">
                <a:solidFill>
                  <a:schemeClr val="accent1"/>
                </a:solidFill>
                <a:effectLst/>
                <a:latin typeface="Arial"/>
                <a:ea typeface="Arial"/>
              </a:rPr>
              <a:t>03</a:t>
            </a:r>
            <a:endParaRPr lang="en-US" sz="1100"/>
          </a:p>
        </p:txBody>
      </p:sp>
      <p:cxnSp>
        <p:nvCxnSpPr>
          <p:cNvPr name="Connector 11" id="11"/>
          <p:cNvCxnSpPr/>
          <p:nvPr/>
        </p:nvCxnSpPr>
        <p:spPr>
          <a:xfrm flipH="true">
            <a:off x="4094367" y="4558601"/>
            <a:ext cx="306573" cy="901094"/>
          </a:xfrm>
          <a:prstGeom prst="line">
            <a:avLst/>
          </a:prstGeom>
          <a:ln w="9525">
            <a:solidFill>
              <a:schemeClr val="accent1"/>
            </a:solidFill>
          </a:ln>
        </p:spPr>
      </p:cxnSp>
      <p:sp>
        <p:nvSpPr>
          <p:cNvPr name="AutoShape 12" id="1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What are AI Agents?</a:t>
            </a:r>
          </a:p>
        </p:txBody>
      </p:sp>
      <p:sp>
        <p:nvSpPr>
          <p:cNvPr name="TextBox 13" id="13"/>
          <p:cNvSpPr txBox="true"/>
          <p:nvPr/>
        </p:nvSpPr>
        <p:spPr>
          <a:xfrm>
            <a:off x="5477267" y="1426880"/>
            <a:ext cx="5854550" cy="338554"/>
          </a:xfrm>
          <a:prstGeom prst="rect">
            <a:avLst/>
          </a:prstGeom>
          <a:noFill/>
          <a:ln cap="rnd">
            <a:noFill/>
            <a:prstDash val="solid"/>
          </a:ln>
          <a:effectLst>
            <a:outerShdw algn="ctr" blurRad="254000" dist="127000" rotWithShape="false">
              <a:schemeClr val="accent2">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1"/>
                </a:solidFill>
                <a:latin typeface="微软雅黑"/>
                <a:ea typeface="微软雅黑"/>
              </a:rPr>
              <a:t>Benefits of Using AI Agents</a:t>
            </a:r>
            <a:endParaRPr lang="en-US" sz="1100"/>
          </a:p>
        </p:txBody>
      </p:sp>
      <p:sp>
        <p:nvSpPr>
          <p:cNvPr name="TextBox 14" id="14"/>
          <p:cNvSpPr txBox="true"/>
          <p:nvPr/>
        </p:nvSpPr>
        <p:spPr>
          <a:xfrm>
            <a:off x="5063029" y="3006827"/>
            <a:ext cx="5874340" cy="338554"/>
          </a:xfrm>
          <a:prstGeom prst="rect">
            <a:avLst/>
          </a:prstGeom>
          <a:noFill/>
          <a:ln cap="rnd">
            <a:noFill/>
            <a:prstDash val="solid"/>
          </a:ln>
          <a:effectLst>
            <a:outerShdw algn="ctr" blurRad="254000" dist="127000" rotWithShape="false">
              <a:schemeClr val="accent4">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4"/>
                </a:solidFill>
                <a:latin typeface="微软雅黑"/>
                <a:ea typeface="微软雅黑"/>
              </a:rPr>
              <a:t>Capabilities and Features</a:t>
            </a:r>
            <a:endParaRPr lang="en-US" sz="1100"/>
          </a:p>
        </p:txBody>
      </p:sp>
      <p:sp>
        <p:nvSpPr>
          <p:cNvPr name="TextBox 15" id="15"/>
          <p:cNvSpPr txBox="true"/>
          <p:nvPr/>
        </p:nvSpPr>
        <p:spPr>
          <a:xfrm>
            <a:off x="4679235" y="4558601"/>
            <a:ext cx="5871635" cy="338554"/>
          </a:xfrm>
          <a:prstGeom prst="rect">
            <a:avLst/>
          </a:prstGeom>
          <a:noFill/>
          <a:ln cap="rnd">
            <a:noFill/>
            <a:prstDash val="solid"/>
          </a:ln>
          <a:effectLst>
            <a:outerShdw algn="ctr" blurRad="254000" dist="127000" rotWithShape="false">
              <a:schemeClr val="accent6">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1"/>
                </a:solidFill>
                <a:latin typeface="微软雅黑"/>
                <a:ea typeface="微软雅黑"/>
              </a:rPr>
              <a:t>Overview of AI Agents</a:t>
            </a:r>
            <a:endParaRPr lang="en-US" sz="1100"/>
          </a:p>
        </p:txBody>
      </p:sp>
    </p:spTree>
  </p:cSld>
  <p:clrMapOvr>
    <a:masterClrMapping/>
  </p:clrMapOvr>
  <p:transition spd="med">
    <p:newsflash/>
  </p:transition>
  <p:timing>
    <p:tnLst>
      <p:par>
        <p:cTn id="8274" dur="indefinite" repeatCount="1000" spd="100%" accel="0%" decel="0%" restart="never" nodeType="tmRoot">
          <p:childTnLst>
            <p:seq concurrent="true" nextAc="seek">
              <p:cTn id="8275" dur="indefinite" repeatCount="1000" spd="100%" accel="0%" decel="0%" nodeType="mainSeq">
                <p:childTnLst>
                  <p:par>
                    <p:cTn id="8276" repeatCount="1000" spd="100%" accel="0%" decel="0%" fill="hold">
                      <p:stCondLst>
                        <p:cond delay="indefinite"/>
                        <p:cond evt="onBegin" delay="0">
                          <p:tn val="8275"/>
                        </p:cond>
                      </p:stCondLst>
                      <p:childTnLst>
                        <p:par>
                          <p:cTn id="8277" repeatCount="1000" spd="100%" decel="0%" fill="hold">
                            <p:stCondLst>
                              <p:cond delay="0"/>
                            </p:stCondLst>
                            <p:childTnLst>
                              <p:par>
                                <p:cTn id="8278" presetID="2" presetClass="entr" presetSubtype="12" repeatCount="1000" spd="100%" decel="0%" fill="hold" nodeType="afterEffect">
                                  <p:stCondLst>
                                    <p:cond delay="0"/>
                                  </p:stCondLst>
                                  <p:childTnLst>
                                    <p:anim calcmode="lin" valueType="num">
                                      <p:cBhvr additive="base">
                                        <p:cTn id="8279" dur="1000" repeatCount="1000" spd="100%" accel="0%" decel="0%" fill="hold"/>
                                        <p:tgtEl>
                                          <p:spTgt spid="12"/>
                                        </p:tgtEl>
                                        <p:attrNameLst>
                                          <p:attrName>ppt_x</p:attrName>
                                        </p:attrNameLst>
                                      </p:cBhvr>
                                      <p:tavLst>
                                        <p:tav fmla="" tm="0">
                                          <p:val>
                                            <p:strVal val="0-#ppt_w/2"/>
                                          </p:val>
                                        </p:tav>
                                        <p:tav fmla="" tm="100000">
                                          <p:val>
                                            <p:strVal val="#ppt_x"/>
                                          </p:val>
                                        </p:tav>
                                      </p:tavLst>
                                    </p:anim>
                                    <p:anim calcmode="lin" valueType="num">
                                      <p:cBhvr additive="base">
                                        <p:cTn id="8280" dur="1000" repeatCount="1000" spd="100%" accel="0%" decel="0%" fill="hold"/>
                                        <p:tgtEl>
                                          <p:spTgt spid="12"/>
                                        </p:tgtEl>
                                        <p:attrNameLst>
                                          <p:attrName>ppt_y</p:attrName>
                                        </p:attrNameLst>
                                      </p:cBhvr>
                                      <p:tavLst>
                                        <p:tav fmla="" tm="0">
                                          <p:val>
                                            <p:strVal val="1+#ppt_h/2"/>
                                          </p:val>
                                        </p:tav>
                                        <p:tav fmla="" tm="100000">
                                          <p:val>
                                            <p:strVal val="#ppt_y"/>
                                          </p:val>
                                        </p:tav>
                                      </p:tavLst>
                                    </p:anim>
                                    <p:set>
                                      <p:cBhvr>
                                        <p:cTn id="8281" dur="1000" repeatCount="1000" spd="100%" accel="0%" decel="0%" fill="hold">
                                          <p:stCondLst>
                                            <p:cond delay="0"/>
                                          </p:stCondLst>
                                        </p:cTn>
                                        <p:tgtEl>
                                          <p:spTgt spid="12"/>
                                        </p:tgtEl>
                                        <p:attrNameLst>
                                          <p:attrName>style.visibility</p:attrName>
                                        </p:attrNameLst>
                                      </p:cBhvr>
                                      <p:to>
                                        <p:strVal val="visible"/>
                                      </p:to>
                                    </p:set>
                                  </p:childTnLst>
                                </p:cTn>
                              </p:par>
                            </p:childTnLst>
                          </p:cTn>
                        </p:par>
                        <p:par>
                          <p:cTn id="8282" repeatCount="1000" spd="100%" decel="0%" fill="hold">
                            <p:stCondLst>
                              <p:cond delay="0"/>
                            </p:stCondLst>
                            <p:childTnLst>
                              <p:par>
                                <p:cTn id="8283" presetID="1" presetClass="entr" presetSubtype="0" repeatCount="1000" spd="100%" decel="0%" fill="hold" nodeType="afterEffect">
                                  <p:stCondLst>
                                    <p:cond delay="0"/>
                                  </p:stCondLst>
                                  <p:childTnLst>
                                    <p:set>
                                      <p:cBhvr>
                                        <p:cTn id="8284" dur="1" repeatCount="1000" spd="100%" accel="0%" decel="0%" fill="hold">
                                          <p:stCondLst>
                                            <p:cond delay="0"/>
                                          </p:stCondLst>
                                        </p:cTn>
                                        <p:tgtEl>
                                          <p:spTgt spid="10"/>
                                        </p:tgtEl>
                                        <p:attrNameLst>
                                          <p:attrName>style.visibility</p:attrName>
                                        </p:attrNameLst>
                                      </p:cBhvr>
                                      <p:to>
                                        <p:strVal val="visible"/>
                                      </p:to>
                                    </p:set>
                                  </p:childTnLst>
                                </p:cTn>
                              </p:par>
                            </p:childTnLst>
                          </p:cTn>
                        </p:par>
                        <p:par>
                          <p:cTn id="8285" repeatCount="1000" spd="100%" decel="0%" fill="hold">
                            <p:stCondLst>
                              <p:cond delay="0"/>
                            </p:stCondLst>
                            <p:childTnLst>
                              <p:par>
                                <p:cTn id="8286" presetID="7" presetClass="entr" presetSubtype="4" repeatCount="1000" spd="100%" decel="0%" fill="hold" nodeType="afterEffect">
                                  <p:stCondLst>
                                    <p:cond delay="0"/>
                                  </p:stCondLst>
                                  <p:childTnLst>
                                    <p:anim calcmode="lin" valueType="num">
                                      <p:cBhvr additive="base">
                                        <p:cTn id="8287" dur="2000" repeatCount="1000" spd="100%" accel="0%" decel="0%" fill="hold"/>
                                        <p:tgtEl>
                                          <p:spTgt spid="15"/>
                                        </p:tgtEl>
                                        <p:attrNameLst>
                                          <p:attrName>ppt_x</p:attrName>
                                        </p:attrNameLst>
                                      </p:cBhvr>
                                      <p:tavLst>
                                        <p:tav fmla="" tm="0">
                                          <p:val>
                                            <p:strVal val="#ppt_x"/>
                                          </p:val>
                                        </p:tav>
                                        <p:tav fmla="" tm="100000">
                                          <p:val>
                                            <p:strVal val="#ppt_x"/>
                                          </p:val>
                                        </p:tav>
                                      </p:tavLst>
                                    </p:anim>
                                    <p:anim calcmode="lin" valueType="num">
                                      <p:cBhvr additive="base">
                                        <p:cTn id="8288" dur="2000" repeatCount="1000" spd="100%" accel="0%" decel="0%" fill="hold"/>
                                        <p:tgtEl>
                                          <p:spTgt spid="15"/>
                                        </p:tgtEl>
                                        <p:attrNameLst>
                                          <p:attrName>ppt_y</p:attrName>
                                        </p:attrNameLst>
                                      </p:cBhvr>
                                      <p:tavLst>
                                        <p:tav fmla="" tm="0">
                                          <p:val>
                                            <p:strVal val="1+#ppt_h/2"/>
                                          </p:val>
                                        </p:tav>
                                        <p:tav fmla="" tm="100000">
                                          <p:val>
                                            <p:strVal val="#ppt_y"/>
                                          </p:val>
                                        </p:tav>
                                      </p:tavLst>
                                    </p:anim>
                                    <p:set>
                                      <p:cBhvr>
                                        <p:cTn id="8289" dur="2000" repeatCount="1000" spd="100%" accel="0%" decel="0%" fill="hold">
                                          <p:stCondLst>
                                            <p:cond delay="0"/>
                                          </p:stCondLst>
                                        </p:cTn>
                                        <p:tgtEl>
                                          <p:spTgt spid="15"/>
                                        </p:tgtEl>
                                        <p:attrNameLst>
                                          <p:attrName>style.visibility</p:attrName>
                                        </p:attrNameLst>
                                      </p:cBhvr>
                                      <p:to>
                                        <p:strVal val="visible"/>
                                      </p:to>
                                    </p:set>
                                  </p:childTnLst>
                                </p:cTn>
                              </p:par>
                            </p:childTnLst>
                          </p:cTn>
                        </p:par>
                        <p:par>
                          <p:cTn id="8290" repeatCount="1000" spd="100%" decel="0%" fill="hold">
                            <p:stCondLst>
                              <p:cond delay="0"/>
                            </p:stCondLst>
                            <p:childTnLst>
                              <p:par>
                                <p:cTn id="8291" presetID="45" presetClass="entr" presetSubtype="0" repeatCount="1000" spd="100%" decel="0%" fill="hold" nodeType="afterEffect">
                                  <p:stCondLst>
                                    <p:cond delay="0"/>
                                  </p:stCondLst>
                                  <p:childTnLst>
                                    <p:anim calcmode="lin" valueType="num">
                                      <p:cBhvr>
                                        <p:cTn id="8293" dur="1000" repeatCount="1000" spd="100%" accel="0%" decel="0%" fill="hold"/>
                                        <p:tgtEl>
                                          <p:spTgt spid="9"/>
                                        </p:tgtEl>
                                        <p:attrNameLst>
                                          <p:attrName>ppt_w</p:attrName>
                                        </p:attrNameLst>
                                      </p:cBhvr>
                                      <p:tavLst>
                                        <p:tav fmla="#ppt_w*sin(2.5*pi*$)" tm="0">
                                          <p:val>
                                            <p:fltVal val="0.0"/>
                                          </p:val>
                                        </p:tav>
                                        <p:tav fmla="" tm="100000">
                                          <p:val>
                                            <p:fltVal val="1.0"/>
                                          </p:val>
                                        </p:tav>
                                      </p:tavLst>
                                    </p:anim>
                                    <p:anim calcmode="lin" valueType="num">
                                      <p:cBhvr>
                                        <p:cTn id="8294" dur="1000" repeatCount="1000" spd="100%" accel="0%" decel="0%" fill="hold"/>
                                        <p:tgtEl>
                                          <p:spTgt spid="9"/>
                                        </p:tgtEl>
                                        <p:attrNameLst>
                                          <p:attrName>ppt_h</p:attrName>
                                        </p:attrNameLst>
                                      </p:cBhvr>
                                      <p:tavLst>
                                        <p:tav fmla="" tm="0">
                                          <p:val>
                                            <p:strVal val="#ppt_h"/>
                                          </p:val>
                                        </p:tav>
                                        <p:tav fmla="" tm="100000">
                                          <p:val>
                                            <p:strVal val="#ppt_h"/>
                                          </p:val>
                                        </p:tav>
                                      </p:tavLst>
                                    </p:anim>
                                    <p:animEffect filter="fade" transition="in">
                                      <p:cBhvr>
                                        <p:cTn id="8292" dur="1000" repeatCount="1000" spd="100%" accel="0%" decel="0%"/>
                                        <p:tgtEl>
                                          <p:spTgt spid="9"/>
                                        </p:tgtEl>
                                      </p:cBhvr>
                                    </p:animEffect>
                                    <p:set>
                                      <p:cBhvr>
                                        <p:cTn id="8295" dur="1000" repeatCount="1000" spd="100%" accel="0%" decel="0%" fill="hold">
                                          <p:stCondLst>
                                            <p:cond delay="0"/>
                                          </p:stCondLst>
                                        </p:cTn>
                                        <p:tgtEl>
                                          <p:spTgt spid="9"/>
                                        </p:tgtEl>
                                        <p:attrNameLst>
                                          <p:attrName>style.visibility</p:attrName>
                                        </p:attrNameLst>
                                      </p:cBhvr>
                                      <p:to>
                                        <p:strVal val="visible"/>
                                      </p:to>
                                    </p:set>
                                  </p:childTnLst>
                                </p:cTn>
                              </p:par>
                            </p:childTnLst>
                          </p:cTn>
                        </p:par>
                        <p:par>
                          <p:cTn id="8296" repeatCount="1000" spd="100%" decel="0%" fill="hold">
                            <p:stCondLst>
                              <p:cond delay="0"/>
                            </p:stCondLst>
                            <p:childTnLst>
                              <p:par>
                                <p:cTn id="8297" presetID="1" presetClass="entr" presetSubtype="0" repeatCount="1000" spd="100%" decel="0%" fill="hold" nodeType="afterEffect">
                                  <p:stCondLst>
                                    <p:cond delay="0"/>
                                  </p:stCondLst>
                                  <p:childTnLst>
                                    <p:set>
                                      <p:cBhvr>
                                        <p:cTn id="8298" dur="1" repeatCount="1000" spd="100%" accel="0%" decel="0%" fill="hold">
                                          <p:stCondLst>
                                            <p:cond delay="0"/>
                                          </p:stCondLst>
                                        </p:cTn>
                                        <p:tgtEl>
                                          <p:spTgt spid="7"/>
                                        </p:tgtEl>
                                        <p:attrNameLst>
                                          <p:attrName>style.visibility</p:attrName>
                                        </p:attrNameLst>
                                      </p:cBhvr>
                                      <p:to>
                                        <p:strVal val="visible"/>
                                      </p:to>
                                    </p:set>
                                  </p:childTnLst>
                                </p:cTn>
                              </p:par>
                            </p:childTnLst>
                          </p:cTn>
                        </p:par>
                        <p:par>
                          <p:cTn id="8299" repeatCount="1000" spd="100%" decel="0%" fill="hold">
                            <p:stCondLst>
                              <p:cond delay="0"/>
                            </p:stCondLst>
                            <p:childTnLst>
                              <p:par>
                                <p:cTn id="8300" presetID="43" presetClass="entr" presetSubtype="0" repeatCount="1000" spd="100%" decel="0%" fill="hold" nodeType="afterEffect">
                                  <p:stCondLst>
                                    <p:cond delay="0"/>
                                  </p:stCondLst>
                                  <p:childTnLst>
                                    <p:anim calcmode="lin" valueType="num">
                                      <p:cBhvr>
                                        <p:cTn id="8302" dur="400" repeatCount="1000" spd="100%" accel="0%" decel="0%" fill="hold"/>
                                        <p:tgtEl>
                                          <p:spTgt spid="14"/>
                                        </p:tgtEl>
                                        <p:attrNameLst>
                                          <p:attrName>ppt_x</p:attrName>
                                        </p:attrNameLst>
                                      </p:cBhvr>
                                      <p:tavLst>
                                        <p:tav fmla="" tm="0">
                                          <p:val>
                                            <p:strVal val="#ppt_x"/>
                                          </p:val>
                                        </p:tav>
                                        <p:tav fmla="" tm="100000">
                                          <p:val>
                                            <p:strVal val="#ppt_x"/>
                                          </p:val>
                                        </p:tav>
                                      </p:tavLst>
                                    </p:anim>
                                    <p:anim calcmode="lin" valueType="num">
                                      <p:cBhvr>
                                        <p:cTn id="8303" dur="400" repeatCount="1000" spd="100%" accel="0%" decel="0%" fill="hold"/>
                                        <p:tgtEl>
                                          <p:spTgt spid="14"/>
                                        </p:tgtEl>
                                        <p:attrNameLst>
                                          <p:attrName>ppt_y</p:attrName>
                                        </p:attrNameLst>
                                      </p:cBhvr>
                                      <p:tavLst>
                                        <p:tav fmla="" tm="0">
                                          <p:val>
                                            <p:strVal val="#ppt_y+0.31"/>
                                          </p:val>
                                        </p:tav>
                                        <p:tav fmla="" tm="100000">
                                          <p:val>
                                            <p:strVal val="#ppt_y+0.31"/>
                                          </p:val>
                                        </p:tav>
                                      </p:tavLst>
                                    </p:anim>
                                    <p:anim calcmode="lin" valueType="num">
                                      <p:cBhvr>
                                        <p:cTn id="8304" dur="600" repeatCount="1000" spd="100%" accel="0%" decel="50000" fill="hold">
                                          <p:stCondLst>
                                            <p:cond delay="400"/>
                                          </p:stCondLst>
                                        </p:cTn>
                                        <p:tgtEl>
                                          <p:spTgt spid="14"/>
                                        </p:tgtEl>
                                        <p:attrNameLst>
                                          <p:attrName>ppt_x</p:attrName>
                                        </p:attrNameLst>
                                      </p:cBhvr>
                                      <p:tavLst>
                                        <p:tav fmla="" tm="0">
                                          <p:val>
                                            <p:strVal val="#ppt_x"/>
                                          </p:val>
                                        </p:tav>
                                        <p:tav fmla="" tm="5000">
                                          <p:val>
                                            <p:strVal val="#ppt_x+0.0242"/>
                                          </p:val>
                                        </p:tav>
                                        <p:tav fmla="" tm="10000">
                                          <p:val>
                                            <p:strVal val="#ppt_x+0.0479"/>
                                          </p:val>
                                        </p:tav>
                                        <p:tav fmla="" tm="15000">
                                          <p:val>
                                            <p:strVal val="#ppt_x+0.0704"/>
                                          </p:val>
                                        </p:tav>
                                        <p:tav fmla="" tm="20000">
                                          <p:val>
                                            <p:strVal val="#ppt_x+0.0911"/>
                                          </p:val>
                                        </p:tav>
                                        <p:tav fmla="" tm="25000">
                                          <p:val>
                                            <p:strVal val="#ppt_x+0.1096"/>
                                          </p:val>
                                        </p:tav>
                                        <p:tav fmla="" tm="30000">
                                          <p:val>
                                            <p:strVal val="#ppt_x+0.1254"/>
                                          </p:val>
                                        </p:tav>
                                        <p:tav fmla="" tm="35000">
                                          <p:val>
                                            <p:strVal val="#ppt_x+0.1381"/>
                                          </p:val>
                                        </p:tav>
                                        <p:tav fmla="" tm="40000">
                                          <p:val>
                                            <p:strVal val="#ppt_x+0.1474"/>
                                          </p:val>
                                        </p:tav>
                                        <p:tav fmla="" tm="45000">
                                          <p:val>
                                            <p:strVal val="#ppt_x+0.1531"/>
                                          </p:val>
                                        </p:tav>
                                        <p:tav fmla="" tm="50000">
                                          <p:val>
                                            <p:strVal val="#ppt_x+0.1550"/>
                                          </p:val>
                                        </p:tav>
                                        <p:tav fmla="" tm="55000">
                                          <p:val>
                                            <p:strVal val="#ppt_x+0.1531"/>
                                          </p:val>
                                        </p:tav>
                                        <p:tav fmla="" tm="60000">
                                          <p:val>
                                            <p:strVal val="#ppt_x+0.1474"/>
                                          </p:val>
                                        </p:tav>
                                        <p:tav fmla="" tm="65000">
                                          <p:val>
                                            <p:strVal val="#ppt_x+0.1381"/>
                                          </p:val>
                                        </p:tav>
                                        <p:tav fmla="" tm="70000">
                                          <p:val>
                                            <p:strVal val="#ppt_x+0.1254"/>
                                          </p:val>
                                        </p:tav>
                                        <p:tav fmla="" tm="75000">
                                          <p:val>
                                            <p:strVal val="#ppt_x+0.1096"/>
                                          </p:val>
                                        </p:tav>
                                        <p:tav fmla="" tm="80000">
                                          <p:val>
                                            <p:strVal val="#ppt_x+0.0911"/>
                                          </p:val>
                                        </p:tav>
                                        <p:tav fmla="" tm="85000">
                                          <p:val>
                                            <p:strVal val="#ppt_x+0.0704"/>
                                          </p:val>
                                        </p:tav>
                                        <p:tav fmla="" tm="90000">
                                          <p:val>
                                            <p:strVal val="#ppt_x+0.0479"/>
                                          </p:val>
                                        </p:tav>
                                        <p:tav fmla="" tm="95000">
                                          <p:val>
                                            <p:strVal val="#ppt_x+0.0242"/>
                                          </p:val>
                                        </p:tav>
                                        <p:tav fmla="" tm="100000">
                                          <p:val>
                                            <p:strVal val="#ppt_x"/>
                                          </p:val>
                                        </p:tav>
                                      </p:tavLst>
                                    </p:anim>
                                    <p:anim calcmode="lin" valueType="num">
                                      <p:cBhvr>
                                        <p:cTn id="8305" dur="600" repeatCount="1000" spd="100%" accel="0%" decel="50000" fill="hold">
                                          <p:stCondLst>
                                            <p:cond delay="400"/>
                                          </p:stCondLst>
                                        </p:cTn>
                                        <p:tgtEl>
                                          <p:spTgt spid="14"/>
                                        </p:tgtEl>
                                        <p:attrNameLst>
                                          <p:attrName>ppt_y</p:attrName>
                                        </p:attrNameLst>
                                      </p:cBhvr>
                                      <p:tavLst>
                                        <p:tav fmla="" tm="0">
                                          <p:val>
                                            <p:strVal val="#ppt_y+0.31"/>
                                          </p:val>
                                        </p:tav>
                                        <p:tav fmla="" tm="5000">
                                          <p:val>
                                            <p:strVal val="#ppt_y+0.308"/>
                                          </p:val>
                                        </p:tav>
                                        <p:tav fmla="" tm="10000">
                                          <p:val>
                                            <p:strVal val="#ppt_y+0.3024"/>
                                          </p:val>
                                        </p:tav>
                                        <p:tav fmla="" tm="15000">
                                          <p:val>
                                            <p:strVal val="#ppt_y+0.2931"/>
                                          </p:val>
                                        </p:tav>
                                        <p:tav fmla="" tm="20000">
                                          <p:val>
                                            <p:strVal val="#ppt_y+0.2804"/>
                                          </p:val>
                                        </p:tav>
                                        <p:tav fmla="" tm="25000">
                                          <p:val>
                                            <p:strVal val="#ppt_y+0.2646"/>
                                          </p:val>
                                        </p:tav>
                                        <p:tav fmla="" tm="30000">
                                          <p:val>
                                            <p:strVal val="#ppt_y+0.2461"/>
                                          </p:val>
                                        </p:tav>
                                        <p:tav fmla="" tm="35000">
                                          <p:val>
                                            <p:strVal val="#ppt_y+0.2253"/>
                                          </p:val>
                                        </p:tav>
                                        <p:tav fmla="" tm="40000">
                                          <p:val>
                                            <p:strVal val="#ppt_y+0.2029"/>
                                          </p:val>
                                        </p:tav>
                                        <p:tav fmla="" tm="45000">
                                          <p:val>
                                            <p:strVal val="#ppt_y+0.1792"/>
                                          </p:val>
                                        </p:tav>
                                        <p:tav fmla="" tm="50000">
                                          <p:val>
                                            <p:strVal val="#ppt_y+0.155"/>
                                          </p:val>
                                        </p:tav>
                                        <p:tav fmla="" tm="55000">
                                          <p:val>
                                            <p:strVal val="#ppt_y+0.1307"/>
                                          </p:val>
                                        </p:tav>
                                        <p:tav fmla="" tm="60000">
                                          <p:val>
                                            <p:strVal val="#ppt_y+0.1071"/>
                                          </p:val>
                                        </p:tav>
                                        <p:tav fmla="" tm="65000">
                                          <p:val>
                                            <p:strVal val="#ppt_y+0.0846"/>
                                          </p:val>
                                        </p:tav>
                                        <p:tav fmla="" tm="70000">
                                          <p:val>
                                            <p:strVal val="#ppt_y+0.0639"/>
                                          </p:val>
                                        </p:tav>
                                        <p:tav fmla="" tm="75000">
                                          <p:val>
                                            <p:strVal val="#ppt_y+0.0454"/>
                                          </p:val>
                                        </p:tav>
                                        <p:tav fmla="" tm="80000">
                                          <p:val>
                                            <p:strVal val="#ppt_y+0.0296"/>
                                          </p:val>
                                        </p:tav>
                                        <p:tav fmla="" tm="85000">
                                          <p:val>
                                            <p:strVal val="#ppt_y+0.0169"/>
                                          </p:val>
                                        </p:tav>
                                        <p:tav fmla="" tm="90000">
                                          <p:val>
                                            <p:strVal val="#ppt_y+0.0076"/>
                                          </p:val>
                                        </p:tav>
                                        <p:tav fmla="" tm="95000">
                                          <p:val>
                                            <p:strVal val="#ppt_y+0.0019"/>
                                          </p:val>
                                        </p:tav>
                                        <p:tav fmla="" tm="100000">
                                          <p:val>
                                            <p:strVal val="#ppt_y"/>
                                          </p:val>
                                        </p:tav>
                                      </p:tavLst>
                                    </p:anim>
                                    <p:animEffect filter="fade" transition="in">
                                      <p:cBhvr>
                                        <p:cTn id="8301" dur="100" repeatCount="1000" spd="100%" accel="0%" decel="0%"/>
                                        <p:tgtEl>
                                          <p:spTgt spid="14"/>
                                        </p:tgtEl>
                                      </p:cBhvr>
                                    </p:animEffect>
                                    <p:set>
                                      <p:cBhvr>
                                        <p:cTn id="8306" dur="1" repeatCount="1000" spd="100%" accel="0%" decel="0%" fill="hold">
                                          <p:stCondLst>
                                            <p:cond delay="0"/>
                                          </p:stCondLst>
                                        </p:cTn>
                                        <p:tgtEl>
                                          <p:spTgt spid="14"/>
                                        </p:tgtEl>
                                        <p:attrNameLst>
                                          <p:attrName>style.visibility</p:attrName>
                                        </p:attrNameLst>
                                      </p:cBhvr>
                                      <p:to>
                                        <p:strVal val="visible"/>
                                      </p:to>
                                    </p:set>
                                  </p:childTnLst>
                                </p:cTn>
                              </p:par>
                            </p:childTnLst>
                          </p:cTn>
                        </p:par>
                        <p:par>
                          <p:cTn id="8307" repeatCount="1000" spd="100%" decel="0%" fill="hold">
                            <p:stCondLst>
                              <p:cond delay="0"/>
                            </p:stCondLst>
                            <p:childTnLst>
                              <p:par>
                                <p:cTn id="8308" presetID="14" presetClass="entr" presetSubtype="10" repeatCount="1000" spd="100%" decel="0%" fill="hold" nodeType="afterEffect">
                                  <p:stCondLst>
                                    <p:cond delay="0"/>
                                  </p:stCondLst>
                                  <p:childTnLst>
                                    <p:animEffect filter="randombar(horizontal)" transition="in">
                                      <p:cBhvr>
                                        <p:cTn id="8309" dur="1000" repeatCount="1000" spd="100%" accel="0%" decel="0%"/>
                                        <p:tgtEl>
                                          <p:spTgt spid="6"/>
                                        </p:tgtEl>
                                      </p:cBhvr>
                                    </p:animEffect>
                                    <p:set>
                                      <p:cBhvr>
                                        <p:cTn id="8310" dur="1000" repeatCount="1000" spd="100%" accel="0%" decel="0%" fill="hold">
                                          <p:stCondLst>
                                            <p:cond delay="0"/>
                                          </p:stCondLst>
                                        </p:cTn>
                                        <p:tgtEl>
                                          <p:spTgt spid="6"/>
                                        </p:tgtEl>
                                        <p:attrNameLst>
                                          <p:attrName>style.visibility</p:attrName>
                                        </p:attrNameLst>
                                      </p:cBhvr>
                                      <p:to>
                                        <p:strVal val="visible"/>
                                      </p:to>
                                    </p:set>
                                  </p:childTnLst>
                                </p:cTn>
                              </p:par>
                            </p:childTnLst>
                          </p:cTn>
                        </p:par>
                        <p:par>
                          <p:cTn id="8311" repeatCount="1000" spd="100%" decel="0%" fill="hold">
                            <p:stCondLst>
                              <p:cond delay="0"/>
                            </p:stCondLst>
                            <p:childTnLst>
                              <p:par>
                                <p:cTn id="8312" presetID="1" presetClass="entr" presetSubtype="0" repeatCount="1000" spd="100%" decel="0%" fill="hold" nodeType="afterEffect">
                                  <p:stCondLst>
                                    <p:cond delay="0"/>
                                  </p:stCondLst>
                                  <p:childTnLst>
                                    <p:set>
                                      <p:cBhvr>
                                        <p:cTn id="8313" dur="1" repeatCount="1000" spd="100%" accel="0%" decel="0%" fill="hold">
                                          <p:stCondLst>
                                            <p:cond delay="0"/>
                                          </p:stCondLst>
                                        </p:cTn>
                                        <p:tgtEl>
                                          <p:spTgt spid="4"/>
                                        </p:tgtEl>
                                        <p:attrNameLst>
                                          <p:attrName>style.visibility</p:attrName>
                                        </p:attrNameLst>
                                      </p:cBhvr>
                                      <p:to>
                                        <p:strVal val="visible"/>
                                      </p:to>
                                    </p:set>
                                  </p:childTnLst>
                                </p:cTn>
                              </p:par>
                            </p:childTnLst>
                          </p:cTn>
                        </p:par>
                        <p:par>
                          <p:cTn id="8314" repeatCount="1000" spd="100%" decel="0%" fill="hold">
                            <p:stCondLst>
                              <p:cond delay="0"/>
                            </p:stCondLst>
                            <p:childTnLst>
                              <p:par>
                                <p:cTn id="8315" presetID="22" presetClass="entr" presetSubtype="4" repeatCount="1000" spd="100%" decel="0%" fill="hold" nodeType="afterEffect">
                                  <p:stCondLst>
                                    <p:cond delay="0"/>
                                  </p:stCondLst>
                                  <p:childTnLst>
                                    <p:animEffect filter="wipe(down)" transition="in">
                                      <p:cBhvr>
                                        <p:cTn id="8316" dur="500" repeatCount="1000" spd="100%" accel="0%" decel="0%"/>
                                        <p:tgtEl>
                                          <p:spTgt spid="13"/>
                                        </p:tgtEl>
                                      </p:cBhvr>
                                    </p:animEffect>
                                    <p:set>
                                      <p:cBhvr>
                                        <p:cTn id="8317" dur="500" repeatCount="1000" spd="100%" accel="0%" decel="0%" fill="hold">
                                          <p:stCondLst>
                                            <p:cond delay="0"/>
                                          </p:stCondLst>
                                        </p:cTn>
                                        <p:tgtEl>
                                          <p:spTgt spid="13"/>
                                        </p:tgtEl>
                                        <p:attrNameLst>
                                          <p:attrName>style.visibility</p:attrName>
                                        </p:attrNameLst>
                                      </p:cBhvr>
                                      <p:to>
                                        <p:strVal val="visible"/>
                                      </p:to>
                                    </p:set>
                                  </p:childTnLst>
                                </p:cTn>
                              </p:par>
                            </p:childTnLst>
                          </p:cTn>
                        </p:par>
                        <p:par>
                          <p:cTn id="8318" repeatCount="1000" spd="100%" decel="0%" fill="hold">
                            <p:stCondLst>
                              <p:cond delay="0"/>
                            </p:stCondLst>
                            <p:childTnLst>
                              <p:par>
                                <p:cTn id="8319" presetID="13" presetClass="entr" presetSubtype="32" repeatCount="1000" spd="100%" decel="0%" fill="hold" nodeType="afterEffect">
                                  <p:stCondLst>
                                    <p:cond delay="0"/>
                                  </p:stCondLst>
                                  <p:childTnLst>
                                    <p:animEffect filter="plus(out)" transition="in">
                                      <p:cBhvr>
                                        <p:cTn id="8320" dur="1000" repeatCount="1000" spd="100%" accel="0%" decel="0%"/>
                                        <p:tgtEl>
                                          <p:spTgt spid="3"/>
                                        </p:tgtEl>
                                      </p:cBhvr>
                                    </p:animEffect>
                                    <p:set>
                                      <p:cBhvr>
                                        <p:cTn id="8321" dur="1000" repeatCount="1000" spd="100%" accel="0%" decel="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The Dual Nature of AI</a:t>
            </a:r>
          </a:p>
        </p:txBody>
      </p:sp>
      <p:sp>
        <p:nvSpPr>
          <p:cNvPr name="AutoShape 3" id="3"/>
          <p:cNvSpPr/>
          <p:nvPr/>
        </p:nvSpPr>
        <p:spPr>
          <a:xfrm>
            <a:off x="660402" y="1410916"/>
            <a:ext cx="3377074" cy="427979"/>
          </a:xfrm>
          <a:prstGeom prst="rect">
            <a:avLst/>
          </a:prstGeom>
          <a:noFill/>
          <a:ln>
            <a:noFill/>
          </a:ln>
        </p:spPr>
        <p:txBody>
          <a:bodyPr vert="horz" anchor="t" wrap="square" tIns="90000" lIns="91440" bIns="90000" rIns="91440">
            <a:spAutoFit/>
          </a:bodyPr>
          <a:p>
            <a:pPr algn="r" marL="0"/>
            <a:r>
              <a:rPr lang="zh-CN" b="true" i="false" sz="1600" baseline="0" u="none" altLang="en-US">
                <a:solidFill>
                  <a:srgbClr val="FFFFFF"/>
                </a:solidFill>
                <a:latin typeface="微软雅黑"/>
                <a:ea typeface="微软雅黑"/>
              </a:rPr>
              <a:t>Insane Potential</a:t>
            </a:r>
          </a:p>
        </p:txBody>
      </p:sp>
      <p:sp>
        <p:nvSpPr>
          <p:cNvPr name="AutoShape 4" id="4"/>
          <p:cNvSpPr/>
          <p:nvPr/>
        </p:nvSpPr>
        <p:spPr>
          <a:xfrm>
            <a:off x="660403" y="1895292"/>
            <a:ext cx="3377074" cy="2749650"/>
          </a:xfrm>
          <a:prstGeom prst="rect">
            <a:avLst/>
          </a:prstGeom>
          <a:noFill/>
          <a:ln>
            <a:noFill/>
          </a:ln>
        </p:spPr>
        <p:txBody>
          <a:bodyPr vert="horz" anchor="t" wrap="square" tIns="108000" lIns="108000" bIns="108000" rIns="108000">
            <a:spAutoFit/>
          </a:bodyPr>
          <a:p>
            <a:pPr algn="r" marL="0">
              <a:lnSpc>
                <a:spcPct val="150000"/>
              </a:lnSpc>
            </a:pPr>
            <a:r>
              <a:rPr lang="zh-CN" b="false" i="false" sz="1400" baseline="0" u="none" altLang="en-US">
                <a:solidFill>
                  <a:srgbClr val="FFFFFF">
                    <a:alpha val="60000"/>
                  </a:srgbClr>
                </a:solidFill>
                <a:effectLst/>
                <a:latin typeface="微软雅黑"/>
                <a:ea typeface="微软雅黑"/>
              </a:rPr>
              <a:t>AI agents are capable of performing complex tasks that can outpace human capabilities, such as analyzing market trends and generating comprehensive reports at incredible speeds. This 'insane' potential unlocks new possibilities for organizations looking to innovate and gain competitive advantages.</a:t>
            </a:r>
          </a:p>
        </p:txBody>
      </p:sp>
      <p:cxnSp>
        <p:nvCxnSpPr>
          <p:cNvPr name="Connector 5" id="5"/>
          <p:cNvCxnSpPr/>
          <p:nvPr/>
        </p:nvCxnSpPr>
        <p:spPr>
          <a:xfrm flipH="true">
            <a:off x="4297856" y="1611118"/>
            <a:ext cx="1426023" cy="0"/>
          </a:xfrm>
          <a:prstGeom prst="line">
            <a:avLst/>
          </a:prstGeom>
          <a:ln w="19050">
            <a:gradFill>
              <a:gsLst>
                <a:gs pos="0">
                  <a:srgbClr val="F0F0F0">
                    <a:alpha val="0"/>
                  </a:srgbClr>
                </a:gs>
                <a:gs pos="100000">
                  <a:srgbClr val="778495"/>
                </a:gs>
              </a:gsLst>
              <a:lin ang="2700000"/>
            </a:gradFill>
            <a:tailEnd type="oval"/>
          </a:ln>
        </p:spPr>
      </p:cxnSp>
      <p:sp>
        <p:nvSpPr>
          <p:cNvPr name="AutoShape 6" id="6"/>
          <p:cNvSpPr/>
          <p:nvPr/>
        </p:nvSpPr>
        <p:spPr>
          <a:xfrm>
            <a:off x="8391725" y="2834786"/>
            <a:ext cx="3127177" cy="427979"/>
          </a:xfrm>
          <a:prstGeom prst="rect">
            <a:avLst/>
          </a:prstGeom>
          <a:noFill/>
          <a:ln>
            <a:noFill/>
          </a:ln>
        </p:spPr>
        <p:txBody>
          <a:bodyPr vert="horz" anchor="t" wrap="square" tIns="90000" lIns="91440" bIns="90000" rIns="91440">
            <a:spAutoFit/>
          </a:bodyPr>
          <a:p>
            <a:pPr algn="l" marL="0"/>
            <a:r>
              <a:rPr lang="zh-CN" b="true" i="false" sz="1600" baseline="0" u="none" altLang="en-US">
                <a:solidFill>
                  <a:srgbClr val="FFFFFF"/>
                </a:solidFill>
                <a:latin typeface="微软雅黑"/>
                <a:ea typeface="微软雅黑"/>
              </a:rPr>
              <a:t>Managing User Comfort</a:t>
            </a:r>
          </a:p>
        </p:txBody>
      </p:sp>
      <p:sp>
        <p:nvSpPr>
          <p:cNvPr name="AutoShape 7" id="7"/>
          <p:cNvSpPr/>
          <p:nvPr/>
        </p:nvSpPr>
        <p:spPr>
          <a:xfrm>
            <a:off x="8391726" y="3319162"/>
            <a:ext cx="3127177" cy="2749650"/>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alpha val="60000"/>
                  </a:srgbClr>
                </a:solidFill>
                <a:effectLst/>
                <a:latin typeface="微软雅黑"/>
                <a:ea typeface="微软雅黑"/>
              </a:rPr>
              <a:t>It is crucial for developers to prioritize user comfort by providing transparent information about AI operations, ensuring that users feel secure and informed. User-friendly interfaces and easy-to-understand functionalities can help alleviate concerns associated with AI technology.</a:t>
            </a:r>
          </a:p>
        </p:txBody>
      </p:sp>
      <p:cxnSp>
        <p:nvCxnSpPr>
          <p:cNvPr name="Connector 8" id="8"/>
          <p:cNvCxnSpPr/>
          <p:nvPr/>
        </p:nvCxnSpPr>
        <p:spPr>
          <a:xfrm>
            <a:off x="6790680" y="3016781"/>
            <a:ext cx="1426023" cy="0"/>
          </a:xfrm>
          <a:prstGeom prst="line">
            <a:avLst/>
          </a:prstGeom>
          <a:ln w="19050">
            <a:gradFill>
              <a:gsLst>
                <a:gs pos="0">
                  <a:srgbClr val="F0F0F0">
                    <a:alpha val="0"/>
                  </a:srgbClr>
                </a:gs>
                <a:gs pos="100000">
                  <a:srgbClr val="778495"/>
                </a:gs>
              </a:gsLst>
              <a:lin ang="2700000"/>
            </a:gradFill>
            <a:tailEnd type="oval"/>
          </a:ln>
        </p:spPr>
      </p:cxnSp>
      <p:sp>
        <p:nvSpPr>
          <p:cNvPr name="Freeform 9" id="9"/>
          <p:cNvSpPr/>
          <p:nvPr/>
        </p:nvSpPr>
        <p:spPr>
          <a:xfrm>
            <a:off x="4297856" y="4820852"/>
            <a:ext cx="3917577" cy="1300634"/>
          </a:xfrm>
          <a:custGeom>
            <a:avLst/>
            <a:gdLst/>
            <a:ahLst/>
            <a:cxnLst/>
            <a:rect r="r" b="b" t="t" l="l"/>
            <a:pathLst>
              <a:path w="3917577" h="1300634" stroke="true" fill="norm" extrusionOk="true">
                <a:moveTo>
                  <a:pt x="828926" y="0"/>
                </a:moveTo>
                <a:lnTo>
                  <a:pt x="3105726" y="0"/>
                </a:lnTo>
                <a:lnTo>
                  <a:pt x="3178250" y="138207"/>
                </a:lnTo>
                <a:cubicBezTo>
                  <a:pt x="3376266" y="503376"/>
                  <a:pt x="3619401" y="892116"/>
                  <a:pt x="3917577" y="1300634"/>
                </a:cubicBezTo>
                <a:lnTo>
                  <a:pt x="34675" y="1300634"/>
                </a:lnTo>
                <a:lnTo>
                  <a:pt x="0" y="1300634"/>
                </a:lnTo>
                <a:lnTo>
                  <a:pt x="0" y="1299061"/>
                </a:lnTo>
                <a:lnTo>
                  <a:pt x="3876" y="1294271"/>
                </a:lnTo>
                <a:cubicBezTo>
                  <a:pt x="47982" y="1239414"/>
                  <a:pt x="368888" y="833652"/>
                  <a:pt x="709309" y="224137"/>
                </a:cubicBezTo>
                <a:close/>
              </a:path>
            </a:pathLst>
          </a:custGeom>
          <a:solidFill>
            <a:schemeClr val="accent1">
              <a:alpha val="90000"/>
            </a:schemeClr>
          </a:solidFill>
          <a:ln cap="flat">
            <a:noFill/>
            <a:prstDash val="solid"/>
            <a:miter lim="800000"/>
          </a:ln>
        </p:spPr>
        <p:txBody>
          <a:bodyPr vert="horz" anchor="ctr" wrap="square" tIns="45720" lIns="91440" bIns="45720" rIns="91440">
            <a:noAutofit/>
          </a:bodyPr>
          <a:p>
            <a:pPr algn="l" marL="0"/>
          </a:p>
        </p:txBody>
      </p:sp>
      <p:grpSp>
        <p:nvGrpSpPr>
          <p:cNvPr name="Group 10" id="10"/>
          <p:cNvGrpSpPr/>
          <p:nvPr/>
        </p:nvGrpSpPr>
        <p:grpSpPr>
          <a:xfrm>
            <a:off x="5511707" y="915602"/>
            <a:ext cx="1480320" cy="1301750"/>
            <a:chOff x="5586768" y="1651000"/>
            <a:chExt cx="1480320" cy="1301750"/>
          </a:xfrm>
        </p:grpSpPr>
        <p:sp>
          <p:nvSpPr>
            <p:cNvPr name="Freeform 11" id="11"/>
            <p:cNvSpPr/>
            <p:nvPr/>
          </p:nvSpPr>
          <p:spPr>
            <a:xfrm>
              <a:off x="5586768" y="1651000"/>
              <a:ext cx="1480320" cy="1301750"/>
            </a:xfrm>
            <a:custGeom>
              <a:avLst/>
              <a:gdLst/>
              <a:ahLst/>
              <a:cxnLst/>
              <a:rect r="r" b="b" t="t" l="l"/>
              <a:pathLst>
                <a:path w="1480320" h="1301750" stroke="true" fill="norm" extrusionOk="true">
                  <a:moveTo>
                    <a:pt x="742815" y="0"/>
                  </a:moveTo>
                  <a:lnTo>
                    <a:pt x="744874" y="0"/>
                  </a:lnTo>
                  <a:lnTo>
                    <a:pt x="1480320" y="786943"/>
                  </a:lnTo>
                  <a:lnTo>
                    <a:pt x="1141531" y="786943"/>
                  </a:lnTo>
                  <a:cubicBezTo>
                    <a:pt x="1141531" y="786943"/>
                    <a:pt x="1107729" y="963157"/>
                    <a:pt x="1119490" y="1285240"/>
                  </a:cubicBezTo>
                  <a:lnTo>
                    <a:pt x="1120522" y="1301750"/>
                  </a:lnTo>
                  <a:lnTo>
                    <a:pt x="359642" y="1301750"/>
                  </a:lnTo>
                  <a:lnTo>
                    <a:pt x="361413" y="1227292"/>
                  </a:lnTo>
                  <a:cubicBezTo>
                    <a:pt x="361217" y="1090654"/>
                    <a:pt x="353988" y="953480"/>
                    <a:pt x="338790" y="816305"/>
                  </a:cubicBezTo>
                  <a:lnTo>
                    <a:pt x="0" y="816305"/>
                  </a:lnTo>
                  <a:close/>
                </a:path>
              </a:pathLst>
            </a:custGeom>
            <a:solidFill>
              <a:schemeClr val="accent1">
                <a:alpha val="30000"/>
              </a:schemeClr>
            </a:solidFill>
            <a:ln cap="flat">
              <a:noFill/>
              <a:prstDash val="solid"/>
              <a:miter lim="800000"/>
            </a:ln>
          </p:spPr>
          <p:txBody>
            <a:bodyPr vert="horz" anchor="ctr" wrap="square" tIns="45720" lIns="91440" bIns="45720" rIns="91440">
              <a:noAutofit/>
            </a:bodyPr>
            <a:p>
              <a:pPr algn="l" marL="0"/>
            </a:p>
          </p:txBody>
        </p:sp>
        <p:sp>
          <p:nvSpPr>
            <p:cNvPr name="AutoShape 12" id="12"/>
            <p:cNvSpPr/>
            <p:nvPr/>
          </p:nvSpPr>
          <p:spPr>
            <a:xfrm>
              <a:off x="6053847" y="2196708"/>
              <a:ext cx="556986" cy="551090"/>
            </a:xfrm>
            <a:prstGeom prst="rect">
              <a:avLst/>
            </a:prstGeom>
            <a:noFill/>
            <a:ln>
              <a:noFill/>
            </a:ln>
          </p:spPr>
          <p:txBody>
            <a:bodyPr vert="horz" anchor="b" wrap="square" tIns="90000" lIns="91440" bIns="90000" rIns="91440">
              <a:spAutoFit/>
            </a:bodyPr>
            <a:p>
              <a:pPr algn="ctr" marL="0"/>
              <a:r>
                <a:rPr lang="en-US" b="true" i="false" sz="2400" baseline="0" u="none">
                  <a:solidFill>
                    <a:schemeClr val="lt1"/>
                  </a:solidFill>
                  <a:latin typeface="Arial"/>
                  <a:ea typeface="Arial"/>
                </a:rPr>
                <a:t>01</a:t>
              </a:r>
            </a:p>
          </p:txBody>
        </p:sp>
      </p:grpSp>
      <p:grpSp>
        <p:nvGrpSpPr>
          <p:cNvPr name="Group 13" id="13"/>
          <p:cNvGrpSpPr/>
          <p:nvPr/>
        </p:nvGrpSpPr>
        <p:grpSpPr>
          <a:xfrm>
            <a:off x="5658229" y="2217352"/>
            <a:ext cx="1208676" cy="1301750"/>
            <a:chOff x="5733290" y="2952750"/>
            <a:chExt cx="1208676" cy="1301750"/>
          </a:xfrm>
        </p:grpSpPr>
        <p:sp>
          <p:nvSpPr>
            <p:cNvPr name="Freeform 14" id="14"/>
            <p:cNvSpPr/>
            <p:nvPr/>
          </p:nvSpPr>
          <p:spPr>
            <a:xfrm>
              <a:off x="5733290" y="2952750"/>
              <a:ext cx="1208676" cy="1301750"/>
            </a:xfrm>
            <a:custGeom>
              <a:avLst/>
              <a:gdLst/>
              <a:ahLst/>
              <a:cxnLst/>
              <a:rect r="r" b="b" t="t" l="l"/>
              <a:pathLst>
                <a:path w="1208676" h="1301750" stroke="true" fill="norm" extrusionOk="true">
                  <a:moveTo>
                    <a:pt x="213120" y="0"/>
                  </a:moveTo>
                  <a:lnTo>
                    <a:pt x="974000" y="0"/>
                  </a:lnTo>
                  <a:lnTo>
                    <a:pt x="986126" y="194001"/>
                  </a:lnTo>
                  <a:cubicBezTo>
                    <a:pt x="1006021" y="421530"/>
                    <a:pt x="1048033" y="699388"/>
                    <a:pt x="1129304" y="1021019"/>
                  </a:cubicBezTo>
                  <a:lnTo>
                    <a:pt x="1208676" y="1301750"/>
                  </a:lnTo>
                  <a:lnTo>
                    <a:pt x="0" y="1301750"/>
                  </a:lnTo>
                  <a:lnTo>
                    <a:pt x="52059" y="1126354"/>
                  </a:lnTo>
                  <a:cubicBezTo>
                    <a:pt x="135984" y="804851"/>
                    <a:pt x="193519" y="469953"/>
                    <a:pt x="210027" y="130031"/>
                  </a:cubicBezTo>
                  <a:close/>
                </a:path>
              </a:pathLst>
            </a:custGeom>
            <a:solidFill>
              <a:schemeClr val="accent1">
                <a:alpha val="50000"/>
              </a:schemeClr>
            </a:solidFill>
            <a:ln cap="flat">
              <a:noFill/>
              <a:prstDash val="solid"/>
              <a:miter lim="800000"/>
            </a:ln>
          </p:spPr>
          <p:txBody>
            <a:bodyPr vert="horz" anchor="ctr" wrap="square" tIns="45720" lIns="91440" bIns="45720" rIns="91440">
              <a:noAutofit/>
            </a:bodyPr>
            <a:p>
              <a:pPr algn="l" marL="0"/>
            </a:p>
          </p:txBody>
        </p:sp>
        <p:sp>
          <p:nvSpPr>
            <p:cNvPr name="AutoShape 15" id="15"/>
            <p:cNvSpPr/>
            <p:nvPr/>
          </p:nvSpPr>
          <p:spPr>
            <a:xfrm>
              <a:off x="6053847" y="3439476"/>
              <a:ext cx="556986" cy="551090"/>
            </a:xfrm>
            <a:prstGeom prst="rect">
              <a:avLst/>
            </a:prstGeom>
            <a:noFill/>
            <a:ln>
              <a:noFill/>
            </a:ln>
          </p:spPr>
          <p:txBody>
            <a:bodyPr vert="horz" anchor="b" wrap="square" tIns="90000" lIns="91440" bIns="90000" rIns="91440">
              <a:spAutoFit/>
            </a:bodyPr>
            <a:p>
              <a:pPr algn="ctr" marL="0"/>
              <a:r>
                <a:rPr lang="en-US" b="true" i="false" sz="2400" baseline="0" u="none">
                  <a:solidFill>
                    <a:schemeClr val="lt1"/>
                  </a:solidFill>
                  <a:latin typeface="Arial"/>
                  <a:ea typeface="Arial"/>
                </a:rPr>
                <a:t>02</a:t>
              </a:r>
            </a:p>
          </p:txBody>
        </p:sp>
      </p:grpSp>
      <p:grpSp>
        <p:nvGrpSpPr>
          <p:cNvPr name="Group 16" id="16"/>
          <p:cNvGrpSpPr/>
          <p:nvPr/>
        </p:nvGrpSpPr>
        <p:grpSpPr>
          <a:xfrm>
            <a:off x="5126782" y="3519102"/>
            <a:ext cx="2276800" cy="1301750"/>
            <a:chOff x="5201843" y="4254500"/>
            <a:chExt cx="2276800" cy="1301750"/>
          </a:xfrm>
        </p:grpSpPr>
        <p:sp>
          <p:nvSpPr>
            <p:cNvPr name="Freeform 17" id="17"/>
            <p:cNvSpPr/>
            <p:nvPr/>
          </p:nvSpPr>
          <p:spPr>
            <a:xfrm>
              <a:off x="5201843" y="4254500"/>
              <a:ext cx="2276800" cy="1301750"/>
            </a:xfrm>
            <a:custGeom>
              <a:avLst/>
              <a:gdLst/>
              <a:ahLst/>
              <a:cxnLst/>
              <a:rect r="r" b="b" t="t" l="l"/>
              <a:pathLst>
                <a:path w="2276800" h="1301750" stroke="true" fill="norm" extrusionOk="true">
                  <a:moveTo>
                    <a:pt x="531447" y="0"/>
                  </a:moveTo>
                  <a:lnTo>
                    <a:pt x="1740123" y="0"/>
                  </a:lnTo>
                  <a:lnTo>
                    <a:pt x="1755743" y="55248"/>
                  </a:lnTo>
                  <a:cubicBezTo>
                    <a:pt x="1865092" y="405333"/>
                    <a:pt x="2019413" y="797007"/>
                    <a:pt x="2235850" y="1223714"/>
                  </a:cubicBezTo>
                  <a:lnTo>
                    <a:pt x="2276800" y="1301750"/>
                  </a:lnTo>
                  <a:lnTo>
                    <a:pt x="0" y="1301750"/>
                  </a:lnTo>
                  <a:lnTo>
                    <a:pt x="37949" y="1230641"/>
                  </a:lnTo>
                  <a:cubicBezTo>
                    <a:pt x="195027" y="921999"/>
                    <a:pt x="347831" y="574776"/>
                    <a:pt x="471065" y="203441"/>
                  </a:cubicBezTo>
                  <a:close/>
                </a:path>
              </a:pathLst>
            </a:custGeom>
            <a:solidFill>
              <a:schemeClr val="accent1">
                <a:alpha val="70000"/>
              </a:schemeClr>
            </a:solidFill>
            <a:ln cap="flat">
              <a:noFill/>
              <a:prstDash val="solid"/>
              <a:miter lim="800000"/>
            </a:ln>
          </p:spPr>
          <p:txBody>
            <a:bodyPr vert="horz" anchor="ctr" wrap="square" tIns="45720" lIns="91440" bIns="45720" rIns="91440">
              <a:noAutofit/>
            </a:bodyPr>
            <a:p>
              <a:pPr algn="l" marL="0"/>
            </a:p>
          </p:txBody>
        </p:sp>
        <p:sp>
          <p:nvSpPr>
            <p:cNvPr name="AutoShape 18" id="18"/>
            <p:cNvSpPr/>
            <p:nvPr/>
          </p:nvSpPr>
          <p:spPr>
            <a:xfrm>
              <a:off x="6053847" y="4682243"/>
              <a:ext cx="556986" cy="551090"/>
            </a:xfrm>
            <a:prstGeom prst="rect">
              <a:avLst/>
            </a:prstGeom>
            <a:noFill/>
            <a:ln>
              <a:noFill/>
            </a:ln>
          </p:spPr>
          <p:txBody>
            <a:bodyPr vert="horz" anchor="b" wrap="square" tIns="90000" lIns="91440" bIns="90000" rIns="91440">
              <a:spAutoFit/>
            </a:bodyPr>
            <a:p>
              <a:pPr algn="ctr" marL="0"/>
              <a:r>
                <a:rPr lang="en-US" b="true" i="false" sz="2400" baseline="0" u="none">
                  <a:solidFill>
                    <a:schemeClr val="lt1"/>
                  </a:solidFill>
                  <a:latin typeface="Arial"/>
                  <a:ea typeface="Arial"/>
                </a:rPr>
                <a:t>03</a:t>
              </a:r>
            </a:p>
          </p:txBody>
        </p:sp>
      </p:grpSp>
      <p:sp>
        <p:nvSpPr>
          <p:cNvPr name="AutoShape 19" id="19"/>
          <p:cNvSpPr/>
          <p:nvPr/>
        </p:nvSpPr>
        <p:spPr>
          <a:xfrm>
            <a:off x="660402" y="3909367"/>
            <a:ext cx="3377074" cy="427979"/>
          </a:xfrm>
          <a:prstGeom prst="rect">
            <a:avLst/>
          </a:prstGeom>
          <a:noFill/>
          <a:ln>
            <a:noFill/>
          </a:ln>
        </p:spPr>
        <p:txBody>
          <a:bodyPr vert="horz" anchor="t" wrap="square" tIns="90000" lIns="91440" bIns="90000" rIns="91440">
            <a:spAutoFit/>
          </a:bodyPr>
          <a:p>
            <a:pPr algn="r" marL="0"/>
            <a:r>
              <a:rPr lang="zh-CN" b="true" i="false" sz="1600" baseline="0" u="none" altLang="en-US">
                <a:solidFill>
                  <a:srgbClr val="FFFFFF"/>
                </a:solidFill>
                <a:latin typeface="微软雅黑"/>
                <a:ea typeface="微软雅黑"/>
              </a:rPr>
              <a:t>Privacy and Control Concerns</a:t>
            </a:r>
          </a:p>
        </p:txBody>
      </p:sp>
      <p:sp>
        <p:nvSpPr>
          <p:cNvPr name="AutoShape 20" id="20"/>
          <p:cNvSpPr/>
          <p:nvPr/>
        </p:nvSpPr>
        <p:spPr>
          <a:xfrm>
            <a:off x="660403" y="4393743"/>
            <a:ext cx="3377074" cy="2749650"/>
          </a:xfrm>
          <a:prstGeom prst="rect">
            <a:avLst/>
          </a:prstGeom>
          <a:noFill/>
          <a:ln>
            <a:noFill/>
          </a:ln>
        </p:spPr>
        <p:txBody>
          <a:bodyPr vert="horz" anchor="t" wrap="square" tIns="108000" lIns="108000" bIns="108000" rIns="108000">
            <a:spAutoFit/>
          </a:bodyPr>
          <a:p>
            <a:pPr algn="r" marL="0">
              <a:lnSpc>
                <a:spcPct val="150000"/>
              </a:lnSpc>
            </a:pPr>
            <a:r>
              <a:rPr lang="zh-CN" b="false" i="false" sz="1400" baseline="0" u="none" altLang="en-US">
                <a:solidFill>
                  <a:srgbClr val="FFFFFF">
                    <a:alpha val="60000"/>
                  </a:srgbClr>
                </a:solidFill>
                <a:effectLst/>
                <a:latin typeface="微软雅黑"/>
                <a:ea typeface="微软雅黑"/>
              </a:rPr>
              <a:t>Despite their benefits, the use of AI agents raises valid concerns regarding privacy and data security. Users must consider how their data is being used, the level of control they have over these agents, and whether their information remains confidential during AI-driven interactions.</a:t>
            </a:r>
          </a:p>
        </p:txBody>
      </p:sp>
      <p:cxnSp>
        <p:nvCxnSpPr>
          <p:cNvPr name="Connector 21" id="21"/>
          <p:cNvCxnSpPr/>
          <p:nvPr/>
        </p:nvCxnSpPr>
        <p:spPr>
          <a:xfrm flipH="true">
            <a:off x="4297856" y="4109569"/>
            <a:ext cx="1121223" cy="0"/>
          </a:xfrm>
          <a:prstGeom prst="line">
            <a:avLst/>
          </a:prstGeom>
          <a:ln w="19050">
            <a:gradFill>
              <a:gsLst>
                <a:gs pos="0">
                  <a:srgbClr val="F0F0F0">
                    <a:alpha val="0"/>
                  </a:srgbClr>
                </a:gs>
                <a:gs pos="100000">
                  <a:srgbClr val="778495"/>
                </a:gs>
              </a:gsLst>
              <a:lin ang="2700000"/>
            </a:gradFill>
            <a:tailEnd type="oval"/>
          </a:ln>
        </p:spPr>
      </p:cxnSp>
    </p:spTree>
  </p:cSld>
  <p:clrMapOvr>
    <a:masterClrMapping/>
  </p:clrMapOvr>
  <p:transition spd="slow">
    <p:random/>
  </p:transition>
  <p:timing>
    <p:tnLst>
      <p:par>
        <p:cTn id="10182" dur="indefinite" repeatCount="1000" spd="100%" accel="0%" decel="0%" restart="never" nodeType="tmRoot">
          <p:childTnLst>
            <p:seq concurrent="true" nextAc="seek">
              <p:cTn id="10183" dur="indefinite" repeatCount="1000" spd="100%" accel="0%" decel="0%" nodeType="mainSeq">
                <p:childTnLst>
                  <p:par>
                    <p:cTn id="10184" repeatCount="1000" spd="100%" accel="0%" decel="0%" fill="hold">
                      <p:stCondLst>
                        <p:cond delay="indefinite"/>
                        <p:cond evt="onBegin" delay="0">
                          <p:tn val="10183"/>
                        </p:cond>
                      </p:stCondLst>
                      <p:childTnLst>
                        <p:par>
                          <p:cTn id="10185" repeatCount="1000" spd="100%" decel="0%" fill="hold">
                            <p:stCondLst>
                              <p:cond delay="0"/>
                            </p:stCondLst>
                            <p:childTnLst>
                              <p:par>
                                <p:cTn id="10186" presetID="23" presetClass="entr" presetSubtype="272" repeatCount="1000" spd="100%" decel="0%" fill="hold" nodeType="afterEffect">
                                  <p:stCondLst>
                                    <p:cond delay="0"/>
                                  </p:stCondLst>
                                  <p:childTnLst>
                                    <p:anim calcmode="lin" valueType="num">
                                      <p:cBhvr>
                                        <p:cTn id="10187" dur="500" repeatCount="1000" spd="100%" accel="0%" decel="0%" fill="hold"/>
                                        <p:tgtEl>
                                          <p:spTgt spid="2"/>
                                        </p:tgtEl>
                                        <p:attrNameLst>
                                          <p:attrName>ppt_w</p:attrName>
                                        </p:attrNameLst>
                                      </p:cBhvr>
                                      <p:tavLst>
                                        <p:tav fmla="" tm="0">
                                          <p:val>
                                            <p:strVal val="2/3*#ppt_w"/>
                                          </p:val>
                                        </p:tav>
                                        <p:tav fmla="" tm="100000">
                                          <p:val>
                                            <p:strVal val="#ppt_w"/>
                                          </p:val>
                                        </p:tav>
                                      </p:tavLst>
                                    </p:anim>
                                    <p:anim calcmode="lin" valueType="num">
                                      <p:cBhvr>
                                        <p:cTn id="10188" dur="500" repeatCount="1000" spd="100%" accel="0%" decel="0%" fill="hold"/>
                                        <p:tgtEl>
                                          <p:spTgt spid="2"/>
                                        </p:tgtEl>
                                        <p:attrNameLst>
                                          <p:attrName>ppt_h</p:attrName>
                                        </p:attrNameLst>
                                      </p:cBhvr>
                                      <p:tavLst>
                                        <p:tav fmla="" tm="0">
                                          <p:val>
                                            <p:strVal val="2/3*#ppt_h"/>
                                          </p:val>
                                        </p:tav>
                                        <p:tav fmla="" tm="100000">
                                          <p:val>
                                            <p:strVal val="#ppt_h"/>
                                          </p:val>
                                        </p:tav>
                                      </p:tavLst>
                                    </p:anim>
                                    <p:set>
                                      <p:cBhvr>
                                        <p:cTn id="10189" dur="500" repeatCount="1000" spd="100%" accel="0%" decel="0%" fill="hold">
                                          <p:stCondLst>
                                            <p:cond delay="0"/>
                                          </p:stCondLst>
                                        </p:cTn>
                                        <p:tgtEl>
                                          <p:spTgt spid="2"/>
                                        </p:tgtEl>
                                        <p:attrNameLst>
                                          <p:attrName>style.visibility</p:attrName>
                                        </p:attrNameLst>
                                      </p:cBhvr>
                                      <p:to>
                                        <p:strVal val="visible"/>
                                      </p:to>
                                    </p:set>
                                  </p:childTnLst>
                                </p:cTn>
                              </p:par>
                            </p:childTnLst>
                          </p:cTn>
                        </p:par>
                        <p:par>
                          <p:cTn id="10190" repeatCount="1000" spd="100%" decel="0%" fill="hold">
                            <p:stCondLst>
                              <p:cond delay="0"/>
                            </p:stCondLst>
                            <p:childTnLst>
                              <p:par>
                                <p:cTn id="10191" presetID="1" presetClass="entr" presetSubtype="0" repeatCount="1000" spd="100%" decel="0%" fill="hold" nodeType="afterEffect">
                                  <p:stCondLst>
                                    <p:cond delay="0"/>
                                  </p:stCondLst>
                                  <p:childTnLst>
                                    <p:set>
                                      <p:cBhvr>
                                        <p:cTn id="10192" dur="1" repeatCount="1000" spd="100%" accel="0%" decel="0%" fill="hold">
                                          <p:stCondLst>
                                            <p:cond delay="0"/>
                                          </p:stCondLst>
                                        </p:cTn>
                                        <p:tgtEl>
                                          <p:spTgt spid="12"/>
                                        </p:tgtEl>
                                        <p:attrNameLst>
                                          <p:attrName>style.visibility</p:attrName>
                                        </p:attrNameLst>
                                      </p:cBhvr>
                                      <p:to>
                                        <p:strVal val="visible"/>
                                      </p:to>
                                    </p:set>
                                  </p:childTnLst>
                                </p:cTn>
                              </p:par>
                            </p:childTnLst>
                          </p:cTn>
                        </p:par>
                        <p:par>
                          <p:cTn id="10193" repeatCount="1000" spd="100%" decel="0%" fill="hold">
                            <p:stCondLst>
                              <p:cond delay="0"/>
                            </p:stCondLst>
                            <p:childTnLst>
                              <p:par>
                                <p:cTn id="10194" presetID="47" presetClass="entr" presetSubtype="0" repeatCount="1000" spd="100%" decel="0%" fill="hold" nodeType="afterEffect">
                                  <p:stCondLst>
                                    <p:cond delay="0"/>
                                  </p:stCondLst>
                                  <p:childTnLst>
                                    <p:anim calcmode="lin" valueType="num">
                                      <p:cBhvr>
                                        <p:cTn id="10196" dur="1000" repeatCount="1000" spd="100%" accel="0%" decel="0%" fill="hold"/>
                                        <p:tgtEl>
                                          <p:spTgt spid="3"/>
                                        </p:tgtEl>
                                        <p:attrNameLst>
                                          <p:attrName>ppt_x</p:attrName>
                                        </p:attrNameLst>
                                      </p:cBhvr>
                                      <p:tavLst>
                                        <p:tav fmla="" tm="0">
                                          <p:val>
                                            <p:strVal val="#ppt_x"/>
                                          </p:val>
                                        </p:tav>
                                        <p:tav fmla="" tm="100000">
                                          <p:val>
                                            <p:strVal val="#ppt_x"/>
                                          </p:val>
                                        </p:tav>
                                      </p:tavLst>
                                    </p:anim>
                                    <p:anim calcmode="lin" valueType="num">
                                      <p:cBhvr>
                                        <p:cTn id="10197" dur="1000" repeatCount="1000" spd="100%" accel="0%" decel="0%" fill="hold"/>
                                        <p:tgtEl>
                                          <p:spTgt spid="3"/>
                                        </p:tgtEl>
                                        <p:attrNameLst>
                                          <p:attrName>ppt_y</p:attrName>
                                        </p:attrNameLst>
                                      </p:cBhvr>
                                      <p:tavLst>
                                        <p:tav fmla="" tm="0">
                                          <p:val>
                                            <p:strVal val="#ppt_y-.1"/>
                                          </p:val>
                                        </p:tav>
                                        <p:tav fmla="" tm="100000">
                                          <p:val>
                                            <p:strVal val="#ppt_y"/>
                                          </p:val>
                                        </p:tav>
                                      </p:tavLst>
                                    </p:anim>
                                    <p:animEffect filter="fade" transition="in">
                                      <p:cBhvr>
                                        <p:cTn id="10195" dur="1000" repeatCount="1000" spd="100%" accel="0%" decel="0%"/>
                                        <p:tgtEl>
                                          <p:spTgt spid="3"/>
                                        </p:tgtEl>
                                      </p:cBhvr>
                                    </p:animEffect>
                                    <p:set>
                                      <p:cBhvr>
                                        <p:cTn id="10198" dur="1" repeatCount="1000" spd="100%" accel="0%" decel="0%" fill="hold">
                                          <p:stCondLst>
                                            <p:cond delay="0"/>
                                          </p:stCondLst>
                                        </p:cTn>
                                        <p:tgtEl>
                                          <p:spTgt spid="3"/>
                                        </p:tgtEl>
                                        <p:attrNameLst>
                                          <p:attrName>style.visibility</p:attrName>
                                        </p:attrNameLst>
                                      </p:cBhvr>
                                      <p:to>
                                        <p:strVal val="visible"/>
                                      </p:to>
                                    </p:set>
                                  </p:childTnLst>
                                </p:cTn>
                              </p:par>
                            </p:childTnLst>
                          </p:cTn>
                        </p:par>
                        <p:par>
                          <p:cTn id="10199" repeatCount="1000" spd="100%" decel="0%" fill="hold">
                            <p:stCondLst>
                              <p:cond delay="0"/>
                            </p:stCondLst>
                            <p:childTnLst>
                              <p:par>
                                <p:cTn id="10200" presetID="18" presetClass="entr" presetSubtype="3" repeatCount="1000" spd="100%" decel="0%" fill="hold" nodeType="afterEffect">
                                  <p:stCondLst>
                                    <p:cond delay="0"/>
                                  </p:stCondLst>
                                  <p:childTnLst>
                                    <p:animEffect filter="strips(upRight)" transition="in">
                                      <p:cBhvr>
                                        <p:cTn id="10201" dur="500" repeatCount="1000" spd="100%" accel="0%" decel="0%"/>
                                        <p:tgtEl>
                                          <p:spTgt spid="4"/>
                                        </p:tgtEl>
                                      </p:cBhvr>
                                    </p:animEffect>
                                    <p:set>
                                      <p:cBhvr>
                                        <p:cTn id="10202" dur="500" repeatCount="1000" spd="100%" accel="0%" decel="0%" fill="hold">
                                          <p:stCondLst>
                                            <p:cond delay="0"/>
                                          </p:stCondLst>
                                        </p:cTn>
                                        <p:tgtEl>
                                          <p:spTgt spid="4"/>
                                        </p:tgtEl>
                                        <p:attrNameLst>
                                          <p:attrName>style.visibility</p:attrName>
                                        </p:attrNameLst>
                                      </p:cBhvr>
                                      <p:to>
                                        <p:strVal val="visible"/>
                                      </p:to>
                                    </p:set>
                                  </p:childTnLst>
                                </p:cTn>
                              </p:par>
                            </p:childTnLst>
                          </p:cTn>
                        </p:par>
                        <p:par>
                          <p:cTn id="10203" repeatCount="1000" spd="100%" decel="0%" fill="hold">
                            <p:stCondLst>
                              <p:cond delay="0"/>
                            </p:stCondLst>
                            <p:childTnLst>
                              <p:par>
                                <p:cTn id="10204" presetID="1" presetClass="entr" presetSubtype="0" repeatCount="1000" spd="100%" decel="0%" fill="hold" nodeType="afterEffect">
                                  <p:stCondLst>
                                    <p:cond delay="0"/>
                                  </p:stCondLst>
                                  <p:childTnLst>
                                    <p:set>
                                      <p:cBhvr>
                                        <p:cTn id="10205" dur="1" repeatCount="1000" spd="100%" accel="0%" decel="0%" fill="hold">
                                          <p:stCondLst>
                                            <p:cond delay="0"/>
                                          </p:stCondLst>
                                        </p:cTn>
                                        <p:tgtEl>
                                          <p:spTgt spid="18"/>
                                        </p:tgtEl>
                                        <p:attrNameLst>
                                          <p:attrName>style.visibility</p:attrName>
                                        </p:attrNameLst>
                                      </p:cBhvr>
                                      <p:to>
                                        <p:strVal val="visible"/>
                                      </p:to>
                                    </p:set>
                                  </p:childTnLst>
                                </p:cTn>
                              </p:par>
                            </p:childTnLst>
                          </p:cTn>
                        </p:par>
                        <p:par>
                          <p:cTn id="10206" repeatCount="1000" spd="100%" decel="0%" fill="hold">
                            <p:stCondLst>
                              <p:cond delay="0"/>
                            </p:stCondLst>
                            <p:childTnLst>
                              <p:par>
                                <p:cTn id="10207" presetID="7" presetClass="entr" presetSubtype="4" repeatCount="1000" spd="100%" decel="0%" fill="hold" nodeType="afterEffect">
                                  <p:stCondLst>
                                    <p:cond delay="0"/>
                                  </p:stCondLst>
                                  <p:childTnLst>
                                    <p:anim calcmode="lin" valueType="num">
                                      <p:cBhvr additive="base">
                                        <p:cTn id="10208" dur="2000" repeatCount="1000" spd="100%" accel="0%" decel="0%" fill="hold"/>
                                        <p:tgtEl>
                                          <p:spTgt spid="19"/>
                                        </p:tgtEl>
                                        <p:attrNameLst>
                                          <p:attrName>ppt_x</p:attrName>
                                        </p:attrNameLst>
                                      </p:cBhvr>
                                      <p:tavLst>
                                        <p:tav fmla="" tm="0">
                                          <p:val>
                                            <p:strVal val="#ppt_x"/>
                                          </p:val>
                                        </p:tav>
                                        <p:tav fmla="" tm="100000">
                                          <p:val>
                                            <p:strVal val="#ppt_x"/>
                                          </p:val>
                                        </p:tav>
                                      </p:tavLst>
                                    </p:anim>
                                    <p:anim calcmode="lin" valueType="num">
                                      <p:cBhvr additive="base">
                                        <p:cTn id="10209" dur="2000" repeatCount="1000" spd="100%" accel="0%" decel="0%" fill="hold"/>
                                        <p:tgtEl>
                                          <p:spTgt spid="19"/>
                                        </p:tgtEl>
                                        <p:attrNameLst>
                                          <p:attrName>ppt_y</p:attrName>
                                        </p:attrNameLst>
                                      </p:cBhvr>
                                      <p:tavLst>
                                        <p:tav fmla="" tm="0">
                                          <p:val>
                                            <p:strVal val="1+#ppt_h/2"/>
                                          </p:val>
                                        </p:tav>
                                        <p:tav fmla="" tm="100000">
                                          <p:val>
                                            <p:strVal val="#ppt_y"/>
                                          </p:val>
                                        </p:tav>
                                      </p:tavLst>
                                    </p:anim>
                                    <p:set>
                                      <p:cBhvr>
                                        <p:cTn id="10210" dur="2000" repeatCount="1000" spd="100%" accel="0%" decel="0%" fill="hold">
                                          <p:stCondLst>
                                            <p:cond delay="0"/>
                                          </p:stCondLst>
                                        </p:cTn>
                                        <p:tgtEl>
                                          <p:spTgt spid="19"/>
                                        </p:tgtEl>
                                        <p:attrNameLst>
                                          <p:attrName>style.visibility</p:attrName>
                                        </p:attrNameLst>
                                      </p:cBhvr>
                                      <p:to>
                                        <p:strVal val="visible"/>
                                      </p:to>
                                    </p:set>
                                  </p:childTnLst>
                                </p:cTn>
                              </p:par>
                            </p:childTnLst>
                          </p:cTn>
                        </p:par>
                        <p:par>
                          <p:cTn id="10211" repeatCount="1000" spd="100%" decel="0%" fill="hold">
                            <p:stCondLst>
                              <p:cond delay="0"/>
                            </p:stCondLst>
                            <p:childTnLst>
                              <p:par>
                                <p:cTn id="10212" presetID="27" presetClass="entr" presetSubtype="0" repeatCount="1000" spd="100%" decel="0%" fill="hold" grpId="0" nodeType="afterEffect">
                                  <p:stCondLst>
                                    <p:cond delay="0"/>
                                  </p:stCondLst>
                                  <p:iterate type="lt">
                                    <p:tmPct val="50000"/>
                                  </p:iterate>
                                  <p:childTnLst>
                                    <p:anim calcmode="discrete" valueType="clr">
                                      <p:cBhvr override="childStyle">
                                        <p:cTn id="10213" dur="50" repeatCount="1000" spd="100%" accel="0%" decel="0%"/>
                                        <p:tgtEl>
                                          <p:spTgt spid="20"/>
                                        </p:tgtEl>
                                        <p:attrNameLst>
                                          <p:attrName>style.color</p:attrName>
                                        </p:attrNameLst>
                                      </p:cBhvr>
                                      <p:tavLst>
                                        <p:tav fmla="" tm="0">
                                          <p:val>
                                            <p:clrVal>
                                              <a:schemeClr val="accent2"/>
                                            </p:clrVal>
                                          </p:val>
                                        </p:tav>
                                        <p:tav fmla="" tm="50000">
                                          <p:val>
                                            <p:clrVal>
                                              <a:schemeClr val="hlink"/>
                                            </p:clrVal>
                                          </p:val>
                                        </p:tav>
                                      </p:tavLst>
                                    </p:anim>
                                    <p:anim calcmode="discrete" valueType="clr">
                                      <p:cBhvr>
                                        <p:cTn id="10214" dur="50" repeatCount="1000" spd="100%" accel="0%" decel="0%"/>
                                        <p:tgtEl>
                                          <p:spTgt spid="20"/>
                                        </p:tgtEl>
                                        <p:attrNameLst>
                                          <p:attrName>fillcolor</p:attrName>
                                        </p:attrNameLst>
                                      </p:cBhvr>
                                      <p:tavLst>
                                        <p:tav fmla="" tm="0">
                                          <p:val>
                                            <p:clrVal>
                                              <a:schemeClr val="accent2"/>
                                            </p:clrVal>
                                          </p:val>
                                        </p:tav>
                                        <p:tav fmla="" tm="50000">
                                          <p:val>
                                            <p:clrVal>
                                              <a:schemeClr val="hlink"/>
                                            </p:clrVal>
                                          </p:val>
                                        </p:tav>
                                      </p:tavLst>
                                    </p:anim>
                                    <p:set>
                                      <p:cBhvr>
                                        <p:cTn id="10215" dur="1" repeatCount="1000" spd="100%" accel="0%" decel="0%" fill="hold">
                                          <p:stCondLst>
                                            <p:cond delay="0"/>
                                          </p:stCondLst>
                                        </p:cTn>
                                        <p:tgtEl>
                                          <p:spTgt spid="20"/>
                                        </p:tgtEl>
                                        <p:attrNameLst>
                                          <p:attrName>style.visibility</p:attrName>
                                        </p:attrNameLst>
                                      </p:cBhvr>
                                      <p:to>
                                        <p:strVal val="visible"/>
                                      </p:to>
                                    </p:set>
                                    <p:set>
                                      <p:cBhvr>
                                        <p:cTn id="10216" dur="50" repeatCount="1000" spd="100%" accel="0%" decel="0%"/>
                                        <p:tgtEl>
                                          <p:spTgt spid="20"/>
                                        </p:tgtEl>
                                        <p:attrNameLst>
                                          <p:attrName>fill.type</p:attrName>
                                        </p:attrNameLst>
                                      </p:cBhvr>
                                      <p:to>
                                        <p:strVal val="solid"/>
                                      </p:to>
                                    </p:set>
                                  </p:childTnLst>
                                </p:cTn>
                              </p:par>
                            </p:childTnLst>
                          </p:cTn>
                        </p:par>
                        <p:par>
                          <p:cTn id="10217" repeatCount="1000" spd="100%" decel="0%" fill="hold">
                            <p:stCondLst>
                              <p:cond delay="0"/>
                            </p:stCondLst>
                            <p:childTnLst>
                              <p:par>
                                <p:cTn id="10218" presetID="1" presetClass="entr" presetSubtype="0" repeatCount="1000" spd="100%" decel="0%" fill="hold" nodeType="afterEffect">
                                  <p:stCondLst>
                                    <p:cond delay="0"/>
                                  </p:stCondLst>
                                  <p:childTnLst>
                                    <p:set>
                                      <p:cBhvr>
                                        <p:cTn id="10219" dur="1" repeatCount="1000" spd="100%" accel="0%" decel="0%" fill="hold">
                                          <p:stCondLst>
                                            <p:cond delay="0"/>
                                          </p:stCondLst>
                                        </p:cTn>
                                        <p:tgtEl>
                                          <p:spTgt spid="15"/>
                                        </p:tgtEl>
                                        <p:attrNameLst>
                                          <p:attrName>style.visibility</p:attrName>
                                        </p:attrNameLst>
                                      </p:cBhvr>
                                      <p:to>
                                        <p:strVal val="visible"/>
                                      </p:to>
                                    </p:set>
                                  </p:childTnLst>
                                </p:cTn>
                              </p:par>
                            </p:childTnLst>
                          </p:cTn>
                        </p:par>
                        <p:par>
                          <p:cTn id="10220" repeatCount="1000" spd="100%" decel="0%" fill="hold">
                            <p:stCondLst>
                              <p:cond delay="0"/>
                            </p:stCondLst>
                            <p:childTnLst>
                              <p:par>
                                <p:cTn id="10221" presetID="6" presetClass="entr" presetSubtype="16" repeatCount="1000" spd="100%" decel="0%" fill="hold" nodeType="afterEffect">
                                  <p:stCondLst>
                                    <p:cond delay="0"/>
                                  </p:stCondLst>
                                  <p:childTnLst>
                                    <p:animEffect filter="circle(in)" transition="in">
                                      <p:cBhvr>
                                        <p:cTn id="10222" dur="1000" repeatCount="1000" spd="100%" accel="0%" decel="0%"/>
                                        <p:tgtEl>
                                          <p:spTgt spid="6"/>
                                        </p:tgtEl>
                                      </p:cBhvr>
                                    </p:animEffect>
                                    <p:set>
                                      <p:cBhvr>
                                        <p:cTn id="10223" dur="1000" repeatCount="1000" spd="100%" accel="0%" decel="0%" fill="hold">
                                          <p:stCondLst>
                                            <p:cond delay="0"/>
                                          </p:stCondLst>
                                        </p:cTn>
                                        <p:tgtEl>
                                          <p:spTgt spid="6"/>
                                        </p:tgtEl>
                                        <p:attrNameLst>
                                          <p:attrName>style.visibility</p:attrName>
                                        </p:attrNameLst>
                                      </p:cBhvr>
                                      <p:to>
                                        <p:strVal val="visible"/>
                                      </p:to>
                                    </p:set>
                                  </p:childTnLst>
                                </p:cTn>
                              </p:par>
                            </p:childTnLst>
                          </p:cTn>
                        </p:par>
                        <p:par>
                          <p:cTn id="10224" repeatCount="1000" spd="100%" decel="0%" fill="hold">
                            <p:stCondLst>
                              <p:cond delay="0"/>
                            </p:stCondLst>
                            <p:childTnLst>
                              <p:par>
                                <p:cTn id="10225" presetID="48" presetClass="entr" presetSubtype="0" repeatCount="1000" spd="100%" decel="0%" fill="hold" nodeType="afterEffect">
                                  <p:stCondLst>
                                    <p:cond delay="0"/>
                                  </p:stCondLst>
                                  <p:childTnLst>
                                    <p:anim calcmode="lin" valueType="num">
                                      <p:cBhvr>
                                        <p:cTn id="10227" dur="1000" repeatCount="1000" spd="100%" accel="0%" decel="0%" fill="hold"/>
                                        <p:tgtEl>
                                          <p:spTgt spid="7"/>
                                        </p:tgtEl>
                                        <p:attrNameLst>
                                          <p:attrName>style.rotation</p:attrName>
                                        </p:attrNameLst>
                                      </p:cBhvr>
                                      <p:tavLst>
                                        <p:tav fmla="" tm="0">
                                          <p:val>
                                            <p:fltVal val="90.0"/>
                                          </p:val>
                                        </p:tav>
                                        <p:tav fmla="" tm="80000">
                                          <p:val>
                                            <p:fltVal val="90.0"/>
                                          </p:val>
                                        </p:tav>
                                        <p:tav fmla="" tm="80000">
                                          <p:val>
                                            <p:fltVal val="90.0"/>
                                          </p:val>
                                        </p:tav>
                                        <p:tav fmla="" tm="100000">
                                          <p:val>
                                            <p:fltVal val="0.0"/>
                                          </p:val>
                                        </p:tav>
                                      </p:tavLst>
                                    </p:anim>
                                    <p:anim calcmode="lin" valueType="num">
                                      <p:cBhvr>
                                        <p:cTn id="10228" dur="1000" repeatCount="1000" spd="100%" accel="0%" decel="0%" fill="hold"/>
                                        <p:tgtEl>
                                          <p:spTgt spid="7"/>
                                        </p:tgtEl>
                                        <p:attrNameLst>
                                          <p:attrName>ppt_x</p:attrName>
                                        </p:attrNameLst>
                                      </p:cBhvr>
                                      <p:tavLst>
                                        <p:tav fmla="" tm="0">
                                          <p:val>
                                            <p:fltVal val="-1.0"/>
                                          </p:val>
                                        </p:tav>
                                        <p:tav fmla="" tm="50000">
                                          <p:val>
                                            <p:fltVal val="0.95"/>
                                          </p:val>
                                        </p:tav>
                                        <p:tav fmla="" tm="100000">
                                          <p:val>
                                            <p:strVal val="#ppt_x"/>
                                          </p:val>
                                        </p:tav>
                                      </p:tavLst>
                                    </p:anim>
                                    <p:anim calcmode="lin" valueType="num">
                                      <p:cBhvr>
                                        <p:cTn id="10229" dur="1000" repeatCount="1000" spd="100%" accel="0%" decel="0%" fill="hold"/>
                                        <p:tgtEl>
                                          <p:spTgt spid="7"/>
                                        </p:tgtEl>
                                        <p:attrNameLst>
                                          <p:attrName>ppt_y</p:attrName>
                                        </p:attrNameLst>
                                      </p:cBhvr>
                                      <p:tavLst>
                                        <p:tav fmla="" tm="0">
                                          <p:val>
                                            <p:strVal val="#ppt_y"/>
                                          </p:val>
                                        </p:tav>
                                        <p:tav fmla="" tm="100000">
                                          <p:val>
                                            <p:strVal val="#ppt_y"/>
                                          </p:val>
                                        </p:tav>
                                      </p:tavLst>
                                    </p:anim>
                                    <p:animEffect filter="fade" transition="in">
                                      <p:cBhvr>
                                        <p:cTn id="10226" dur="1000" repeatCount="1000" spd="100%" accel="0%" decel="0%"/>
                                        <p:tgtEl>
                                          <p:spTgt spid="7"/>
                                        </p:tgtEl>
                                      </p:cBhvr>
                                    </p:animEffect>
                                    <p:set>
                                      <p:cBhvr>
                                        <p:cTn id="10230" dur="1" repeatCount="1000" spd="100%" accel="0%" decel="0%"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grpId="0" spid="20"/>
    </p:bldLst>
  </p:timing>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The Abacus AI Agent</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02</a:t>
            </a:r>
            <a:endParaRPr lang="en-US" sz="1100"/>
          </a:p>
        </p:txBody>
      </p:sp>
    </p:spTree>
  </p:cSld>
  <p:clrMapOvr>
    <a:masterClrMapping/>
  </p:clrMapOvr>
  <p:transition spd="med">
    <p:fade/>
  </p:transition>
  <p:timing>
    <p:tnLst>
      <p:par>
        <p:cTn id="12003" dur="indefinite" repeatCount="1000" spd="100%" accel="0%" decel="0%" restart="never" nodeType="tmRoot">
          <p:childTnLst>
            <p:seq concurrent="true" nextAc="seek">
              <p:cTn id="12004" dur="indefinite" repeatCount="1000" spd="100%" accel="0%" decel="0%" nodeType="mainSeq">
                <p:childTnLst>
                  <p:par>
                    <p:cTn id="12005" repeatCount="1000" spd="100%" accel="0%" decel="0%" fill="hold">
                      <p:stCondLst>
                        <p:cond delay="indefinite"/>
                        <p:cond evt="onBegin" delay="0">
                          <p:tn val="12004"/>
                        </p:cond>
                      </p:stCondLst>
                      <p:childTnLst>
                        <p:par>
                          <p:cTn id="12006" repeatCount="1000" spd="100%" decel="0%" fill="hold">
                            <p:stCondLst>
                              <p:cond delay="0"/>
                            </p:stCondLst>
                            <p:childTnLst>
                              <p:par>
                                <p:cTn id="12007" presetID="18" presetClass="entr" presetSubtype="12" repeatCount="1000" spd="100%" decel="0%" fill="hold" nodeType="afterEffect">
                                  <p:stCondLst>
                                    <p:cond delay="0"/>
                                  </p:stCondLst>
                                  <p:childTnLst>
                                    <p:animEffect filter="strips(downLeft)" transition="in">
                                      <p:cBhvr>
                                        <p:cTn id="12008" dur="500" repeatCount="1000" spd="100%" accel="0%" decel="0%"/>
                                        <p:tgtEl>
                                          <p:spTgt spid="3"/>
                                        </p:tgtEl>
                                      </p:cBhvr>
                                    </p:animEffect>
                                    <p:set>
                                      <p:cBhvr>
                                        <p:cTn id="12009" dur="500" repeatCount="1000" spd="100%" accel="0%" decel="0%" fill="hold">
                                          <p:stCondLst>
                                            <p:cond delay="0"/>
                                          </p:stCondLst>
                                        </p:cTn>
                                        <p:tgtEl>
                                          <p:spTgt spid="3"/>
                                        </p:tgtEl>
                                        <p:attrNameLst>
                                          <p:attrName>style.visibility</p:attrName>
                                        </p:attrNameLst>
                                      </p:cBhvr>
                                      <p:to>
                                        <p:strVal val="visible"/>
                                      </p:to>
                                    </p:set>
                                  </p:childTnLst>
                                </p:cTn>
                              </p:par>
                            </p:childTnLst>
                          </p:cTn>
                        </p:par>
                        <p:par>
                          <p:cTn id="12010" repeatCount="1000" spd="100%" decel="0%" fill="hold">
                            <p:stCondLst>
                              <p:cond delay="0"/>
                            </p:stCondLst>
                            <p:childTnLst>
                              <p:par>
                                <p:cTn id="12011" presetID="2" presetClass="entr" presetSubtype="8" repeatCount="1000" spd="100%" decel="0%" fill="hold" nodeType="afterEffect">
                                  <p:stCondLst>
                                    <p:cond delay="0"/>
                                  </p:stCondLst>
                                  <p:childTnLst>
                                    <p:anim calcmode="lin" valueType="num">
                                      <p:cBhvr additive="base">
                                        <p:cTn id="12012" dur="1000" repeatCount="1000" spd="100%" accel="0%" decel="0%" fill="hold"/>
                                        <p:tgtEl>
                                          <p:spTgt spid="2"/>
                                        </p:tgtEl>
                                        <p:attrNameLst>
                                          <p:attrName>ppt_x</p:attrName>
                                        </p:attrNameLst>
                                      </p:cBhvr>
                                      <p:tavLst>
                                        <p:tav fmla="" tm="0">
                                          <p:val>
                                            <p:strVal val="0-#ppt_w/2"/>
                                          </p:val>
                                        </p:tav>
                                        <p:tav fmla="" tm="100000">
                                          <p:val>
                                            <p:strVal val="#ppt_x"/>
                                          </p:val>
                                        </p:tav>
                                      </p:tavLst>
                                    </p:anim>
                                    <p:anim calcmode="lin" valueType="num">
                                      <p:cBhvr additive="base">
                                        <p:cTn id="12013" dur="1000" repeatCount="1000" spd="100%" accel="0%" decel="0%" fill="hold"/>
                                        <p:tgtEl>
                                          <p:spTgt spid="2"/>
                                        </p:tgtEl>
                                        <p:attrNameLst>
                                          <p:attrName>ppt_y</p:attrName>
                                        </p:attrNameLst>
                                      </p:cBhvr>
                                      <p:tavLst>
                                        <p:tav fmla="" tm="0">
                                          <p:val>
                                            <p:strVal val="#ppt_y"/>
                                          </p:val>
                                        </p:tav>
                                        <p:tav fmla="" tm="100000">
                                          <p:val>
                                            <p:strVal val="#ppt_y"/>
                                          </p:val>
                                        </p:tav>
                                      </p:tavLst>
                                    </p:anim>
                                    <p:set>
                                      <p:cBhvr>
                                        <p:cTn id="12014" dur="10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a:off x="2435925" y="1130300"/>
            <a:ext cx="2883252" cy="1605948"/>
          </a:xfrm>
          <a:custGeom>
            <a:avLst/>
            <a:gdLst/>
            <a:ahLst/>
            <a:cxnLst/>
            <a:rect r="r" b="b" t="t" l="l"/>
            <a:pathLst>
              <a:path w="2883252" h="1605948" stroke="true" fill="norm" extrusionOk="true">
                <a:moveTo>
                  <a:pt x="838550" y="0"/>
                </a:moveTo>
                <a:lnTo>
                  <a:pt x="2883252" y="0"/>
                </a:lnTo>
                <a:lnTo>
                  <a:pt x="2883252" y="2"/>
                </a:lnTo>
                <a:lnTo>
                  <a:pt x="2058597" y="1605948"/>
                </a:lnTo>
                <a:lnTo>
                  <a:pt x="0" y="1605948"/>
                </a:lnTo>
                <a:close/>
              </a:path>
            </a:pathLst>
          </a:custGeom>
          <a:blipFill>
            <a:blip r:embed="rId2">
              <a:duotone>
                <a:prstClr val="black"/>
                <a:schemeClr val="accent1">
                  <a:satMod val="400000"/>
                  <a:tint val="45000"/>
                </a:schemeClr>
              </a:duotone>
            </a:blip>
            <a:stretch>
              <a:fillRect t="0" l="0" b="0" r="0"/>
            </a:stretch>
          </a:blipFill>
          <a:ln>
            <a:noFill/>
          </a:ln>
          <a:effectLst/>
        </p:spPr>
        <p:txBody>
          <a:bodyPr vert="horz" rot="0" anchor="t" wrap="square" tIns="45720" lIns="91440" bIns="45720" rIns="91440">
            <a:prstTxWarp prst="textNoShape">
              <a:avLst/>
            </a:prstTxWarp>
            <a:noAutofit/>
          </a:bodyPr>
          <a:p>
            <a:pPr algn="ctr" marL="0"/>
          </a:p>
        </p:txBody>
      </p:sp>
      <p:sp>
        <p:nvSpPr>
          <p:cNvPr name="Freeform 3" id="3"/>
          <p:cNvSpPr/>
          <p:nvPr/>
        </p:nvSpPr>
        <p:spPr>
          <a:xfrm>
            <a:off x="1559276" y="2833196"/>
            <a:ext cx="2897147" cy="1605947"/>
          </a:xfrm>
          <a:custGeom>
            <a:avLst/>
            <a:gdLst/>
            <a:ahLst/>
            <a:cxnLst/>
            <a:rect r="r" b="b" t="t" l="l"/>
            <a:pathLst>
              <a:path w="2897147" h="1605947" stroke="true" fill="norm" extrusionOk="true">
                <a:moveTo>
                  <a:pt x="838550" y="0"/>
                </a:moveTo>
                <a:lnTo>
                  <a:pt x="2897147" y="0"/>
                </a:lnTo>
                <a:lnTo>
                  <a:pt x="2072492" y="1605947"/>
                </a:lnTo>
                <a:lnTo>
                  <a:pt x="0" y="1605947"/>
                </a:lnTo>
                <a:close/>
              </a:path>
            </a:pathLst>
          </a:custGeom>
          <a:blipFill>
            <a:blip r:embed="rId3">
              <a:duotone>
                <a:prstClr val="black"/>
                <a:schemeClr val="accent2">
                  <a:satMod val="400000"/>
                  <a:tint val="45000"/>
                </a:schemeClr>
              </a:duotone>
            </a:blip>
            <a:stretch>
              <a:fillRect t="0" l="0" b="0" r="0"/>
            </a:stretch>
          </a:blipFill>
          <a:ln>
            <a:noFill/>
          </a:ln>
          <a:effectLst/>
        </p:spPr>
        <p:txBody>
          <a:bodyPr vert="horz" rot="0" anchor="t" wrap="square" tIns="45720" lIns="91440" bIns="45720" rIns="91440">
            <a:prstTxWarp prst="textNoShape">
              <a:avLst/>
            </a:prstTxWarp>
            <a:noAutofit/>
          </a:bodyPr>
          <a:p>
            <a:pPr algn="ctr" marL="0"/>
          </a:p>
        </p:txBody>
      </p:sp>
      <p:sp>
        <p:nvSpPr>
          <p:cNvPr name="Freeform 4" id="4"/>
          <p:cNvSpPr/>
          <p:nvPr/>
        </p:nvSpPr>
        <p:spPr>
          <a:xfrm>
            <a:off x="695325" y="4546122"/>
            <a:ext cx="2911043" cy="1605948"/>
          </a:xfrm>
          <a:custGeom>
            <a:avLst/>
            <a:gdLst/>
            <a:ahLst/>
            <a:cxnLst/>
            <a:rect r="r" b="b" t="t" l="l"/>
            <a:pathLst>
              <a:path w="2911043" h="1605948" stroke="true" fill="norm" extrusionOk="true">
                <a:moveTo>
                  <a:pt x="838551" y="0"/>
                </a:moveTo>
                <a:lnTo>
                  <a:pt x="2911043" y="0"/>
                </a:lnTo>
                <a:lnTo>
                  <a:pt x="2086387" y="1605948"/>
                </a:lnTo>
                <a:lnTo>
                  <a:pt x="0" y="1605948"/>
                </a:lnTo>
                <a:close/>
              </a:path>
            </a:pathLst>
          </a:custGeom>
          <a:blipFill>
            <a:blip r:embed="rId4">
              <a:duotone>
                <a:prstClr val="black"/>
                <a:schemeClr val="accent1">
                  <a:satMod val="400000"/>
                  <a:tint val="45000"/>
                </a:schemeClr>
              </a:duotone>
            </a:blip>
            <a:stretch>
              <a:fillRect t="0" l="0" b="0"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5" id="5"/>
          <p:cNvSpPr/>
          <p:nvPr/>
        </p:nvSpPr>
        <p:spPr>
          <a:xfrm>
            <a:off x="5497594" y="1470894"/>
            <a:ext cx="6192890" cy="739140"/>
          </a:xfrm>
          <a:prstGeom prst="rect">
            <a:avLst/>
          </a:prstGeom>
        </p:spPr>
        <p:txBody>
          <a:bodyPr vert="horz" anchor="t" wrap="square" tIns="45720" lIns="91440" bIns="45720" rIns="91440">
            <a:spAutoFit/>
          </a:bodyPr>
          <a:p>
            <a:pPr algn="l" marL="0">
              <a:lnSpc>
                <a:spcPct val="150000"/>
              </a:lnSpc>
            </a:pPr>
            <a:r>
              <a:rPr lang="en-US" b="false" i="false" sz="1400" baseline="0" u="none">
                <a:solidFill>
                  <a:srgbClr val="FFFFFF"/>
                </a:solidFill>
                <a:latin typeface="+mn-ea"/>
                <a:ea typeface="+mn-ea"/>
              </a:rPr>
              <a:t>Users should be prepared for a brief loading time, which typically lasts around 30 seconds. This delay is due to the system initializing and preparing the selected bot for operation, ensuring that it runs efficiently once it is fully loaded.</a:t>
            </a:r>
          </a:p>
        </p:txBody>
      </p:sp>
      <p:sp>
        <p:nvSpPr>
          <p:cNvPr name="TextBox 6" id="6"/>
          <p:cNvSpPr txBox="true"/>
          <p:nvPr/>
        </p:nvSpPr>
        <p:spPr>
          <a:xfrm>
            <a:off x="5497594" y="1230141"/>
            <a:ext cx="6001768" cy="338554"/>
          </a:xfrm>
          <a:prstGeom prst="rect">
            <a:avLst/>
          </a:prstGeom>
          <a:noFill/>
          <a:ln cap="rnd">
            <a:noFill/>
            <a:prstDash val="solid"/>
          </a:ln>
          <a:effectLst>
            <a:outerShdw algn="ctr" blurRad="254000" dist="127000" rotWithShape="false">
              <a:schemeClr val="accent2">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1"/>
                </a:solidFill>
                <a:latin typeface="微软雅黑"/>
                <a:ea typeface="微软雅黑"/>
              </a:rPr>
              <a:t>Loading Time Considerations</a:t>
            </a:r>
            <a:endParaRPr lang="en-US" sz="1100"/>
          </a:p>
        </p:txBody>
      </p:sp>
      <p:sp>
        <p:nvSpPr>
          <p:cNvPr name="TextBox 7" id="7"/>
          <p:cNvSpPr txBox="true"/>
          <p:nvPr/>
        </p:nvSpPr>
        <p:spPr>
          <a:xfrm>
            <a:off x="4799155" y="2918025"/>
            <a:ext cx="6001770" cy="338554"/>
          </a:xfrm>
          <a:prstGeom prst="rect">
            <a:avLst/>
          </a:prstGeom>
          <a:noFill/>
          <a:ln cap="rnd">
            <a:noFill/>
            <a:prstDash val="solid"/>
          </a:ln>
          <a:effectLst>
            <a:outerShdw algn="ctr" blurRad="254000" dist="127000" rotWithShape="false">
              <a:schemeClr val="accent4">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4"/>
                </a:solidFill>
                <a:latin typeface="微软雅黑"/>
                <a:ea typeface="微软雅黑"/>
              </a:rPr>
              <a:t>Selecting Bots</a:t>
            </a:r>
            <a:endParaRPr lang="en-US" sz="1100"/>
          </a:p>
        </p:txBody>
      </p:sp>
      <p:sp>
        <p:nvSpPr>
          <p:cNvPr name="AutoShape 8" id="8"/>
          <p:cNvSpPr/>
          <p:nvPr/>
        </p:nvSpPr>
        <p:spPr>
          <a:xfrm>
            <a:off x="4799155" y="3178442"/>
            <a:ext cx="6192890" cy="739140"/>
          </a:xfrm>
          <a:prstGeom prst="rect">
            <a:avLst/>
          </a:prstGeom>
        </p:spPr>
        <p:txBody>
          <a:bodyPr vert="horz" anchor="t" wrap="square" tIns="45720" lIns="91440" bIns="45720" rIns="91440">
            <a:spAutoFit/>
          </a:bodyPr>
          <a:p>
            <a:pPr algn="l" marL="0">
              <a:lnSpc>
                <a:spcPct val="150000"/>
              </a:lnSpc>
            </a:pPr>
            <a:r>
              <a:rPr lang="en-US" b="false" i="false" sz="1400" baseline="0" u="none">
                <a:solidFill>
                  <a:srgbClr val="FFFFFF"/>
                </a:solidFill>
                <a:latin typeface="+mn-ea"/>
                <a:ea typeface="+mn-ea"/>
              </a:rPr>
              <a:t>Once logged in, users can choose between various specialized bots tailored for different tasks. Each bot is equipped with unique features and functionalities that address specific needs, from data scraping to content generation.</a:t>
            </a:r>
          </a:p>
        </p:txBody>
      </p:sp>
      <p:sp>
        <p:nvSpPr>
          <p:cNvPr name="TextBox 9" id="9"/>
          <p:cNvSpPr txBox="true"/>
          <p:nvPr/>
        </p:nvSpPr>
        <p:spPr>
          <a:xfrm>
            <a:off x="3921804" y="4600355"/>
            <a:ext cx="6001768" cy="338554"/>
          </a:xfrm>
          <a:prstGeom prst="rect">
            <a:avLst/>
          </a:prstGeom>
          <a:noFill/>
          <a:ln cap="rnd">
            <a:noFill/>
            <a:prstDash val="solid"/>
          </a:ln>
          <a:effectLst>
            <a:outerShdw algn="ctr" blurRad="254000" dist="127000" rotWithShape="false">
              <a:schemeClr val="accent6">
                <a:alpha val="32000"/>
              </a:schemeClr>
            </a:outerShdw>
          </a:effectLst>
        </p:spPr>
        <p:txBody>
          <a:bodyPr anchor="t" rtlCol="false" vert="horz" rot="0" wrap="square" tIns="45720" lIns="91440" bIns="45720" rIns="91440">
            <a:prstTxWarp prst="textNoShape">
              <a:avLst/>
            </a:prstTxWarp>
            <a:spAutoFit/>
          </a:bodyPr>
          <a:lstStyle/>
          <a:p>
            <a:pPr algn="l" marL="0">
              <a:defRPr/>
            </a:pPr>
            <a:r>
              <a:rPr lang="zh-CN" b="true" i="false" sz="1600" baseline="0" u="none" altLang="en-US">
                <a:solidFill>
                  <a:schemeClr val="accent1"/>
                </a:solidFill>
                <a:latin typeface="微软雅黑"/>
                <a:ea typeface="微软雅黑"/>
              </a:rPr>
              <a:t>Logging into Abacus.com</a:t>
            </a:r>
            <a:endParaRPr lang="en-US" sz="1100"/>
          </a:p>
        </p:txBody>
      </p:sp>
      <p:sp>
        <p:nvSpPr>
          <p:cNvPr name="AutoShape 10" id="10"/>
          <p:cNvSpPr/>
          <p:nvPr/>
        </p:nvSpPr>
        <p:spPr>
          <a:xfrm>
            <a:off x="3921804" y="4911415"/>
            <a:ext cx="6192890" cy="739140"/>
          </a:xfrm>
          <a:prstGeom prst="rect">
            <a:avLst/>
          </a:prstGeom>
        </p:spPr>
        <p:txBody>
          <a:bodyPr vert="horz" anchor="t" wrap="square" tIns="45720" lIns="91440" bIns="45720" rIns="91440">
            <a:spAutoFit/>
          </a:bodyPr>
          <a:p>
            <a:pPr algn="l" marL="0">
              <a:lnSpc>
                <a:spcPct val="150000"/>
              </a:lnSpc>
            </a:pPr>
            <a:r>
              <a:rPr lang="en-US" b="false" i="false" sz="1400" baseline="0" u="none">
                <a:solidFill>
                  <a:srgbClr val="FFFFFF"/>
                </a:solidFill>
                <a:latin typeface="+mn-ea"/>
                <a:ea typeface="+mn-ea"/>
              </a:rPr>
              <a:t>Users can access the Abacus AI agent by securely logging into the website. This initial step grants them entry to a suite of AI-driven capabilities specifically designed for enhancing productivity and automating tasks seamlessly.</a:t>
            </a:r>
          </a:p>
        </p:txBody>
      </p:sp>
      <p:sp>
        <p:nvSpPr>
          <p:cNvPr name="AutoShape 11" id="11"/>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Getting Started</a:t>
            </a:r>
          </a:p>
        </p:txBody>
      </p:sp>
    </p:spTree>
  </p:cSld>
  <p:clrMapOvr>
    <a:masterClrMapping/>
  </p:clrMapOvr>
  <p:transition spd="fast">
    <p:cut/>
  </p:transition>
  <p:timing>
    <p:tnLst>
      <p:par>
        <p:cTn id="14708" dur="indefinite" repeatCount="1000" spd="100%" accel="0%" decel="0%" restart="never" nodeType="tmRoot">
          <p:childTnLst>
            <p:seq concurrent="true" nextAc="seek">
              <p:cTn id="14709" dur="indefinite" repeatCount="1000" spd="100%" accel="0%" decel="0%" nodeType="mainSeq">
                <p:childTnLst>
                  <p:par>
                    <p:cTn id="14710" repeatCount="1000" spd="100%" accel="0%" decel="0%" fill="hold">
                      <p:stCondLst>
                        <p:cond delay="indefinite"/>
                        <p:cond evt="onBegin" delay="0">
                          <p:tn val="14709"/>
                        </p:cond>
                      </p:stCondLst>
                      <p:childTnLst>
                        <p:par>
                          <p:cTn id="14711" repeatCount="1000" spd="100%" decel="0%" fill="hold">
                            <p:stCondLst>
                              <p:cond delay="0"/>
                            </p:stCondLst>
                            <p:childTnLst>
                              <p:par>
                                <p:cTn id="14712" presetID="3" presetClass="entr" presetSubtype="5" repeatCount="1000" spd="100%" decel="0%" fill="hold" nodeType="afterEffect">
                                  <p:stCondLst>
                                    <p:cond delay="0"/>
                                  </p:stCondLst>
                                  <p:childTnLst>
                                    <p:animEffect filter="blinds(vertical)" transition="in">
                                      <p:cBhvr>
                                        <p:cTn id="14713" dur="1000" repeatCount="1000" spd="100%" accel="0%" decel="0%"/>
                                        <p:tgtEl>
                                          <p:spTgt spid="11"/>
                                        </p:tgtEl>
                                      </p:cBhvr>
                                    </p:animEffect>
                                    <p:set>
                                      <p:cBhvr>
                                        <p:cTn id="14714" dur="1000" repeatCount="1000" spd="100%" accel="0%" decel="0%" fill="hold">
                                          <p:stCondLst>
                                            <p:cond delay="0"/>
                                          </p:stCondLst>
                                        </p:cTn>
                                        <p:tgtEl>
                                          <p:spTgt spid="11"/>
                                        </p:tgtEl>
                                        <p:attrNameLst>
                                          <p:attrName>style.visibility</p:attrName>
                                        </p:attrNameLst>
                                      </p:cBhvr>
                                      <p:to>
                                        <p:strVal val="visible"/>
                                      </p:to>
                                    </p:set>
                                  </p:childTnLst>
                                </p:cTn>
                              </p:par>
                            </p:childTnLst>
                          </p:cTn>
                        </p:par>
                        <p:par>
                          <p:cTn id="14715" repeatCount="1000" spd="100%" decel="0%" fill="hold">
                            <p:stCondLst>
                              <p:cond delay="0"/>
                            </p:stCondLst>
                            <p:childTnLst>
                              <p:par>
                                <p:cTn id="14716" presetID="52" presetClass="entr" presetSubtype="0" repeatCount="1000" spd="100%" decel="0%" fill="hold" nodeType="afterEffect">
                                  <p:stCondLst>
                                    <p:cond delay="0"/>
                                  </p:stCondLst>
                                  <p:childTnLst>
                                    <p:animEffect filter="fade" transition="in">
                                      <p:cBhvr>
                                        <p:cTn id="14717" dur="1000" repeatCount="1000" spd="100%" accel="0%" decel="0%"/>
                                        <p:tgtEl>
                                          <p:spTgt spid="9"/>
                                        </p:tgtEl>
                                      </p:cBhvr>
                                    </p:animEffect>
                                    <p:animMotion origin="layout" path="M -0.46736 0.92887 C -0.37517 0.88508  -0.02552 0.75279  0.0908 0.66613  C  0.20747 0.57948  0.21649 0.50394  0.23177 0.40825  C 0.24705 0.31256 0.22118 0.15964   0.18264 0.09152  C 0.1441 0.02341  0.03802 0.0  0.0 0.0  " pathEditMode="relative" ptsTypes="">
                                      <p:cBhvr>
                                        <p:cTn id="14718" dur="1000" repeatCount="1000" spd="100%" accel="0%" decel="50000" fill="hold">
                                          <p:stCondLst>
                                            <p:cond delay="0"/>
                                          </p:stCondLst>
                                        </p:cTn>
                                        <p:tgtEl>
                                          <p:spTgt spid="9"/>
                                        </p:tgtEl>
                                        <p:attrNameLst>
                                          <p:attrName>ppt_x</p:attrName>
                                          <p:attrName>ppt_y</p:attrName>
                                        </p:attrNameLst>
                                      </p:cBhvr>
                                    </p:animMotion>
                                    <p:animScale>
                                      <p:cBhvr>
                                        <p:cTn id="14719" dur="1000" repeatCount="1000" spd="100%" accel="0%" decel="50000" fill="hold">
                                          <p:stCondLst>
                                            <p:cond delay="0"/>
                                          </p:stCondLst>
                                        </p:cTn>
                                        <p:tgtEl>
                                          <p:spTgt spid="9"/>
                                        </p:tgtEl>
                                      </p:cBhvr>
                                      <p:from x="250000" y="250000"/>
                                      <p:to x="100000" y="100000"/>
                                    </p:animScale>
                                    <p:set>
                                      <p:cBhvr>
                                        <p:cTn id="14720" dur="1" repeatCount="1000" spd="100%" accel="0%" decel="0%" fill="hold">
                                          <p:stCondLst>
                                            <p:cond delay="0"/>
                                          </p:stCondLst>
                                        </p:cTn>
                                        <p:tgtEl>
                                          <p:spTgt spid="9"/>
                                        </p:tgtEl>
                                        <p:attrNameLst>
                                          <p:attrName>style.visibility</p:attrName>
                                        </p:attrNameLst>
                                      </p:cBhvr>
                                      <p:to>
                                        <p:strVal val="visible"/>
                                      </p:to>
                                    </p:set>
                                  </p:childTnLst>
                                </p:cTn>
                              </p:par>
                            </p:childTnLst>
                          </p:cTn>
                        </p:par>
                        <p:par>
                          <p:cTn id="14721" repeatCount="1000" spd="100%" decel="0%" fill="hold">
                            <p:stCondLst>
                              <p:cond delay="0"/>
                            </p:stCondLst>
                            <p:childTnLst>
                              <p:par>
                                <p:cTn id="14722" presetID="12" presetClass="entr" presetSubtype="1" repeatCount="1000" spd="100%" decel="0%" fill="hold" nodeType="afterEffect">
                                  <p:stCondLst>
                                    <p:cond delay="0"/>
                                  </p:stCondLst>
                                  <p:childTnLst>
                                    <p:anim calcmode="lin" valueType="num">
                                      <p:cBhvr additive="base">
                                        <p:cTn id="14724" dur="500" repeatCount="1000" spd="100%" accel="0%" decel="0%"/>
                                        <p:tgtEl>
                                          <p:spTgt spid="10"/>
                                        </p:tgtEl>
                                        <p:attrNameLst>
                                          <p:attrName>ppt_y</p:attrName>
                                        </p:attrNameLst>
                                      </p:cBhvr>
                                      <p:tavLst>
                                        <p:tav fmla="" tm="0">
                                          <p:val>
                                            <p:strVal val="#ppt_y-#ppt_h*1.125000"/>
                                          </p:val>
                                        </p:tav>
                                        <p:tav fmla="" tm="100000">
                                          <p:val>
                                            <p:strVal val="#ppt_y"/>
                                          </p:val>
                                        </p:tav>
                                      </p:tavLst>
                                    </p:anim>
                                    <p:animEffect filter="wipe(down)" transition="in">
                                      <p:cBhvr>
                                        <p:cTn id="14723" dur="500" repeatCount="1000" spd="100%" accel="0%" decel="0%"/>
                                        <p:tgtEl>
                                          <p:spTgt spid="10"/>
                                        </p:tgtEl>
                                      </p:cBhvr>
                                    </p:animEffect>
                                    <p:set>
                                      <p:cBhvr>
                                        <p:cTn id="14725" dur="500" repeatCount="1000" spd="100%" accel="0%" decel="0%" fill="hold">
                                          <p:stCondLst>
                                            <p:cond delay="0"/>
                                          </p:stCondLst>
                                        </p:cTn>
                                        <p:tgtEl>
                                          <p:spTgt spid="10"/>
                                        </p:tgtEl>
                                        <p:attrNameLst>
                                          <p:attrName>style.visibility</p:attrName>
                                        </p:attrNameLst>
                                      </p:cBhvr>
                                      <p:to>
                                        <p:strVal val="visible"/>
                                      </p:to>
                                    </p:set>
                                  </p:childTnLst>
                                </p:cTn>
                              </p:par>
                            </p:childTnLst>
                          </p:cTn>
                        </p:par>
                        <p:par>
                          <p:cTn id="14726" repeatCount="1000" spd="100%" decel="0%" fill="hold">
                            <p:stCondLst>
                              <p:cond delay="0"/>
                            </p:stCondLst>
                            <p:childTnLst>
                              <p:par>
                                <p:cTn id="14727" presetID="29" presetClass="entr" presetSubtype="0" repeatCount="1000" spd="100%" decel="0%" fill="hold" nodeType="afterEffect">
                                  <p:stCondLst>
                                    <p:cond delay="0"/>
                                  </p:stCondLst>
                                  <p:childTnLst>
                                    <p:anim calcmode="lin" valueType="num">
                                      <p:cBhvr>
                                        <p:cTn id="14729" dur="1000" repeatCount="1000" spd="100%" accel="0%" decel="0%" fill="hold"/>
                                        <p:tgtEl>
                                          <p:spTgt spid="4"/>
                                        </p:tgtEl>
                                        <p:attrNameLst>
                                          <p:attrName>ppt_x</p:attrName>
                                        </p:attrNameLst>
                                      </p:cBhvr>
                                      <p:tavLst>
                                        <p:tav fmla="" tm="0">
                                          <p:val>
                                            <p:strVal val="#ppt_x-.2"/>
                                          </p:val>
                                        </p:tav>
                                        <p:tav fmla="" tm="100000">
                                          <p:val>
                                            <p:strVal val="#ppt_x"/>
                                          </p:val>
                                        </p:tav>
                                      </p:tavLst>
                                    </p:anim>
                                    <p:anim calcmode="lin" valueType="num">
                                      <p:cBhvr>
                                        <p:cTn id="14730" dur="1000" repeatCount="1000" spd="100%" accel="0%" decel="0%" fill="hold"/>
                                        <p:tgtEl>
                                          <p:spTgt spid="4"/>
                                        </p:tgtEl>
                                        <p:attrNameLst>
                                          <p:attrName>ppt_y</p:attrName>
                                        </p:attrNameLst>
                                      </p:cBhvr>
                                      <p:tavLst>
                                        <p:tav fmla="" tm="0">
                                          <p:val>
                                            <p:strVal val="#ppt_y"/>
                                          </p:val>
                                        </p:tav>
                                        <p:tav fmla="" tm="100000">
                                          <p:val>
                                            <p:strVal val="#ppt_y"/>
                                          </p:val>
                                        </p:tav>
                                      </p:tavLst>
                                    </p:anim>
                                    <p:animEffect filter="wipe(right)" transition="in" prLst="gradientSize: 0.1">
                                      <p:cBhvr>
                                        <p:cTn id="14728" dur="1000" repeatCount="1000" spd="100%" accel="0%" decel="0%"/>
                                        <p:tgtEl>
                                          <p:spTgt spid="4"/>
                                        </p:tgtEl>
                                      </p:cBhvr>
                                    </p:animEffect>
                                    <p:set>
                                      <p:cBhvr>
                                        <p:cTn id="14731" dur="1" repeatCount="1000" spd="100%" accel="0%" decel="0%" fill="hold">
                                          <p:stCondLst>
                                            <p:cond delay="0"/>
                                          </p:stCondLst>
                                        </p:cTn>
                                        <p:tgtEl>
                                          <p:spTgt spid="4"/>
                                        </p:tgtEl>
                                        <p:attrNameLst>
                                          <p:attrName>style.visibility</p:attrName>
                                        </p:attrNameLst>
                                      </p:cBhvr>
                                      <p:to>
                                        <p:strVal val="visible"/>
                                      </p:to>
                                    </p:set>
                                  </p:childTnLst>
                                </p:cTn>
                              </p:par>
                            </p:childTnLst>
                          </p:cTn>
                        </p:par>
                        <p:par>
                          <p:cTn id="14732" repeatCount="1000" spd="100%" decel="0%" fill="hold">
                            <p:stCondLst>
                              <p:cond delay="0"/>
                            </p:stCondLst>
                            <p:childTnLst>
                              <p:par>
                                <p:cTn id="14733" presetID="35" presetClass="entr" presetSubtype="0" repeatCount="1000" spd="100%" decel="0%" fill="hold" nodeType="afterEffect">
                                  <p:stCondLst>
                                    <p:cond delay="0"/>
                                  </p:stCondLst>
                                  <p:childTnLst>
                                    <p:anim calcmode="lin" valueType="num">
                                      <p:cBhvr>
                                        <p:cTn id="14735" dur="1000" repeatCount="1000" spd="100%" accel="0%" decel="0%" fill="hold"/>
                                        <p:tgtEl>
                                          <p:spTgt spid="3"/>
                                        </p:tgtEl>
                                        <p:attrNameLst>
                                          <p:attrName>style.rotation</p:attrName>
                                        </p:attrNameLst>
                                      </p:cBhvr>
                                      <p:tavLst>
                                        <p:tav fmla="" tm="0">
                                          <p:val>
                                            <p:fltVal val="720.0"/>
                                          </p:val>
                                        </p:tav>
                                        <p:tav fmla="" tm="100000">
                                          <p:val>
                                            <p:fltVal val="0.0"/>
                                          </p:val>
                                        </p:tav>
                                      </p:tavLst>
                                    </p:anim>
                                    <p:anim calcmode="lin" valueType="num">
                                      <p:cBhvr>
                                        <p:cTn id="14736" dur="1000" repeatCount="1000" spd="100%" accel="0%" decel="0%" fill="hold"/>
                                        <p:tgtEl>
                                          <p:spTgt spid="3"/>
                                        </p:tgtEl>
                                        <p:attrNameLst>
                                          <p:attrName>ppt_h</p:attrName>
                                        </p:attrNameLst>
                                      </p:cBhvr>
                                      <p:tavLst>
                                        <p:tav fmla="" tm="0">
                                          <p:val>
                                            <p:fltVal val="0.0"/>
                                          </p:val>
                                        </p:tav>
                                        <p:tav fmla="" tm="100000">
                                          <p:val>
                                            <p:strVal val="#ppt_h"/>
                                          </p:val>
                                        </p:tav>
                                      </p:tavLst>
                                    </p:anim>
                                    <p:anim calcmode="lin" valueType="num">
                                      <p:cBhvr>
                                        <p:cTn id="14737" dur="1000" repeatCount="1000" spd="100%" accel="0%" decel="0%" fill="hold"/>
                                        <p:tgtEl>
                                          <p:spTgt spid="3"/>
                                        </p:tgtEl>
                                        <p:attrNameLst>
                                          <p:attrName>ppt_w</p:attrName>
                                        </p:attrNameLst>
                                      </p:cBhvr>
                                      <p:tavLst>
                                        <p:tav fmla="" tm="0">
                                          <p:val>
                                            <p:fltVal val="0.0"/>
                                          </p:val>
                                        </p:tav>
                                        <p:tav fmla="" tm="100000">
                                          <p:val>
                                            <p:strVal val="#ppt_w"/>
                                          </p:val>
                                        </p:tav>
                                      </p:tavLst>
                                    </p:anim>
                                    <p:animEffect filter="fade" transition="in">
                                      <p:cBhvr>
                                        <p:cTn id="14734" dur="1000" repeatCount="1000" spd="100%" accel="0%" decel="0%"/>
                                        <p:tgtEl>
                                          <p:spTgt spid="3"/>
                                        </p:tgtEl>
                                      </p:cBhvr>
                                    </p:animEffect>
                                    <p:set>
                                      <p:cBhvr>
                                        <p:cTn id="14738" dur="1000" repeatCount="1000" spd="100%" accel="0%" decel="0%" fill="hold">
                                          <p:stCondLst>
                                            <p:cond delay="0"/>
                                          </p:stCondLst>
                                        </p:cTn>
                                        <p:tgtEl>
                                          <p:spTgt spid="3"/>
                                        </p:tgtEl>
                                        <p:attrNameLst>
                                          <p:attrName>style.visibility</p:attrName>
                                        </p:attrNameLst>
                                      </p:cBhvr>
                                      <p:to>
                                        <p:strVal val="visible"/>
                                      </p:to>
                                    </p:set>
                                  </p:childTnLst>
                                </p:cTn>
                              </p:par>
                            </p:childTnLst>
                          </p:cTn>
                        </p:par>
                        <p:par>
                          <p:cTn id="14739" repeatCount="1000" spd="100%" decel="0%" fill="hold">
                            <p:stCondLst>
                              <p:cond delay="0"/>
                            </p:stCondLst>
                            <p:childTnLst>
                              <p:par>
                                <p:cTn id="14740" presetID="23" presetClass="entr" presetSubtype="36" repeatCount="1000" spd="100%" decel="0%" fill="hold" nodeType="afterEffect">
                                  <p:stCondLst>
                                    <p:cond delay="0"/>
                                  </p:stCondLst>
                                  <p:childTnLst>
                                    <p:anim calcmode="lin" valueType="num">
                                      <p:cBhvr>
                                        <p:cTn id="14741" dur="500" repeatCount="1000" spd="100%" accel="0%" decel="0%" fill="hold"/>
                                        <p:tgtEl>
                                          <p:spTgt spid="7"/>
                                        </p:tgtEl>
                                        <p:attrNameLst>
                                          <p:attrName>ppt_w</p:attrName>
                                        </p:attrNameLst>
                                      </p:cBhvr>
                                      <p:tavLst>
                                        <p:tav fmla="" tm="0">
                                          <p:val>
                                            <p:strVal val="(6*min(max(#ppt_w*#ppt_h,.3),1)-7.4)/-.7*#ppt_w"/>
                                          </p:val>
                                        </p:tav>
                                        <p:tav fmla="" tm="100000">
                                          <p:val>
                                            <p:strVal val="#ppt_w"/>
                                          </p:val>
                                        </p:tav>
                                      </p:tavLst>
                                    </p:anim>
                                    <p:anim calcmode="lin" valueType="num">
                                      <p:cBhvr>
                                        <p:cTn id="14742" dur="500" repeatCount="1000" spd="100%" accel="0%" decel="0%" fill="hold"/>
                                        <p:tgtEl>
                                          <p:spTgt spid="7"/>
                                        </p:tgtEl>
                                        <p:attrNameLst>
                                          <p:attrName>ppt_h</p:attrName>
                                        </p:attrNameLst>
                                      </p:cBhvr>
                                      <p:tavLst>
                                        <p:tav fmla="" tm="0">
                                          <p:val>
                                            <p:strVal val="(6*min(max(#ppt_w*#ppt_h,.3),1)-7.4)/-.7*#ppt_h"/>
                                          </p:val>
                                        </p:tav>
                                        <p:tav fmla="" tm="100000">
                                          <p:val>
                                            <p:strVal val="#ppt_h"/>
                                          </p:val>
                                        </p:tav>
                                      </p:tavLst>
                                    </p:anim>
                                    <p:anim calcmode="lin" valueType="num">
                                      <p:cBhvr>
                                        <p:cTn id="14743" dur="500" repeatCount="1000" spd="100%" accel="0%" decel="0%" fill="hold"/>
                                        <p:tgtEl>
                                          <p:spTgt spid="7"/>
                                        </p:tgtEl>
                                        <p:attrNameLst>
                                          <p:attrName>ppt_x</p:attrName>
                                        </p:attrNameLst>
                                      </p:cBhvr>
                                      <p:tavLst>
                                        <p:tav fmla="" tm="0">
                                          <p:val>
                                            <p:fltVal val="0.5"/>
                                          </p:val>
                                        </p:tav>
                                        <p:tav fmla="" tm="100000">
                                          <p:val>
                                            <p:strVal val="#ppt_x"/>
                                          </p:val>
                                        </p:tav>
                                      </p:tavLst>
                                    </p:anim>
                                    <p:anim calcmode="lin" valueType="num">
                                      <p:cBhvr>
                                        <p:cTn id="14744" dur="500" repeatCount="1000" spd="100%" accel="0%" decel="0%" fill="hold"/>
                                        <p:tgtEl>
                                          <p:spTgt spid="7"/>
                                        </p:tgtEl>
                                        <p:attrNameLst>
                                          <p:attrName>ppt_y</p:attrName>
                                        </p:attrNameLst>
                                      </p:cBhvr>
                                      <p:tavLst>
                                        <p:tav fmla="" tm="0">
                                          <p:val>
                                            <p:strVal val="1+(6*min(max(#ppt_w*#ppt_h,.3),1)-7.4)/-.7*#ppt_h/2"/>
                                          </p:val>
                                        </p:tav>
                                        <p:tav fmla="" tm="100000">
                                          <p:val>
                                            <p:strVal val="#ppt_y"/>
                                          </p:val>
                                        </p:tav>
                                      </p:tavLst>
                                    </p:anim>
                                    <p:set>
                                      <p:cBhvr>
                                        <p:cTn id="14745" dur="500" repeatCount="1000" spd="100%" accel="0%" decel="0%" fill="hold">
                                          <p:stCondLst>
                                            <p:cond delay="0"/>
                                          </p:stCondLst>
                                        </p:cTn>
                                        <p:tgtEl>
                                          <p:spTgt spid="7"/>
                                        </p:tgtEl>
                                        <p:attrNameLst>
                                          <p:attrName>style.visibility</p:attrName>
                                        </p:attrNameLst>
                                      </p:cBhvr>
                                      <p:to>
                                        <p:strVal val="visible"/>
                                      </p:to>
                                    </p:set>
                                  </p:childTnLst>
                                </p:cTn>
                              </p:par>
                            </p:childTnLst>
                          </p:cTn>
                        </p:par>
                        <p:par>
                          <p:cTn id="14746" repeatCount="1000" spd="100%" decel="0%" fill="hold">
                            <p:stCondLst>
                              <p:cond delay="0"/>
                            </p:stCondLst>
                            <p:childTnLst>
                              <p:par>
                                <p:cTn id="14747" presetID="23" presetClass="entr" presetSubtype="36" repeatCount="1000" spd="100%" decel="0%" fill="hold" nodeType="afterEffect">
                                  <p:stCondLst>
                                    <p:cond delay="0"/>
                                  </p:stCondLst>
                                  <p:childTnLst>
                                    <p:anim calcmode="lin" valueType="num">
                                      <p:cBhvr>
                                        <p:cTn id="14748" dur="500" repeatCount="1000" spd="100%" accel="0%" decel="0%" fill="hold"/>
                                        <p:tgtEl>
                                          <p:spTgt spid="8"/>
                                        </p:tgtEl>
                                        <p:attrNameLst>
                                          <p:attrName>ppt_w</p:attrName>
                                        </p:attrNameLst>
                                      </p:cBhvr>
                                      <p:tavLst>
                                        <p:tav fmla="" tm="0">
                                          <p:val>
                                            <p:strVal val="(6*min(max(#ppt_w*#ppt_h,.3),1)-7.4)/-.7*#ppt_w"/>
                                          </p:val>
                                        </p:tav>
                                        <p:tav fmla="" tm="100000">
                                          <p:val>
                                            <p:strVal val="#ppt_w"/>
                                          </p:val>
                                        </p:tav>
                                      </p:tavLst>
                                    </p:anim>
                                    <p:anim calcmode="lin" valueType="num">
                                      <p:cBhvr>
                                        <p:cTn id="14749" dur="500" repeatCount="1000" spd="100%" accel="0%" decel="0%" fill="hold"/>
                                        <p:tgtEl>
                                          <p:spTgt spid="8"/>
                                        </p:tgtEl>
                                        <p:attrNameLst>
                                          <p:attrName>ppt_h</p:attrName>
                                        </p:attrNameLst>
                                      </p:cBhvr>
                                      <p:tavLst>
                                        <p:tav fmla="" tm="0">
                                          <p:val>
                                            <p:strVal val="(6*min(max(#ppt_w*#ppt_h,.3),1)-7.4)/-.7*#ppt_h"/>
                                          </p:val>
                                        </p:tav>
                                        <p:tav fmla="" tm="100000">
                                          <p:val>
                                            <p:strVal val="#ppt_h"/>
                                          </p:val>
                                        </p:tav>
                                      </p:tavLst>
                                    </p:anim>
                                    <p:anim calcmode="lin" valueType="num">
                                      <p:cBhvr>
                                        <p:cTn id="14750" dur="500" repeatCount="1000" spd="100%" accel="0%" decel="0%" fill="hold"/>
                                        <p:tgtEl>
                                          <p:spTgt spid="8"/>
                                        </p:tgtEl>
                                        <p:attrNameLst>
                                          <p:attrName>ppt_x</p:attrName>
                                        </p:attrNameLst>
                                      </p:cBhvr>
                                      <p:tavLst>
                                        <p:tav fmla="" tm="0">
                                          <p:val>
                                            <p:fltVal val="0.5"/>
                                          </p:val>
                                        </p:tav>
                                        <p:tav fmla="" tm="100000">
                                          <p:val>
                                            <p:strVal val="#ppt_x"/>
                                          </p:val>
                                        </p:tav>
                                      </p:tavLst>
                                    </p:anim>
                                    <p:anim calcmode="lin" valueType="num">
                                      <p:cBhvr>
                                        <p:cTn id="14751" dur="500" repeatCount="1000" spd="100%" accel="0%" decel="0%" fill="hold"/>
                                        <p:tgtEl>
                                          <p:spTgt spid="8"/>
                                        </p:tgtEl>
                                        <p:attrNameLst>
                                          <p:attrName>ppt_y</p:attrName>
                                        </p:attrNameLst>
                                      </p:cBhvr>
                                      <p:tavLst>
                                        <p:tav fmla="" tm="0">
                                          <p:val>
                                            <p:strVal val="1+(6*min(max(#ppt_w*#ppt_h,.3),1)-7.4)/-.7*#ppt_h/2"/>
                                          </p:val>
                                        </p:tav>
                                        <p:tav fmla="" tm="100000">
                                          <p:val>
                                            <p:strVal val="#ppt_y"/>
                                          </p:val>
                                        </p:tav>
                                      </p:tavLst>
                                    </p:anim>
                                    <p:set>
                                      <p:cBhvr>
                                        <p:cTn id="14752" dur="500" repeatCount="1000" spd="100%" accel="0%" decel="0%" fill="hold">
                                          <p:stCondLst>
                                            <p:cond delay="0"/>
                                          </p:stCondLst>
                                        </p:cTn>
                                        <p:tgtEl>
                                          <p:spTgt spid="8"/>
                                        </p:tgtEl>
                                        <p:attrNameLst>
                                          <p:attrName>style.visibility</p:attrName>
                                        </p:attrNameLst>
                                      </p:cBhvr>
                                      <p:to>
                                        <p:strVal val="visible"/>
                                      </p:to>
                                    </p:set>
                                  </p:childTnLst>
                                </p:cTn>
                              </p:par>
                            </p:childTnLst>
                          </p:cTn>
                        </p:par>
                        <p:par>
                          <p:cTn id="14753" repeatCount="1000" spd="100%" decel="0%" fill="hold">
                            <p:stCondLst>
                              <p:cond delay="0"/>
                            </p:stCondLst>
                            <p:childTnLst>
                              <p:par>
                                <p:cTn id="14754" presetID="21" presetClass="entr" presetSubtype="1" repeatCount="1000" spd="100%" decel="0%" fill="hold" nodeType="afterEffect">
                                  <p:stCondLst>
                                    <p:cond delay="0"/>
                                  </p:stCondLst>
                                  <p:childTnLst>
                                    <p:animEffect filter="wheel(1)" transition="in">
                                      <p:cBhvr>
                                        <p:cTn id="14755" dur="1000" repeatCount="1000" spd="100%" accel="0%" decel="0%"/>
                                        <p:tgtEl>
                                          <p:spTgt spid="6"/>
                                        </p:tgtEl>
                                      </p:cBhvr>
                                    </p:animEffect>
                                    <p:set>
                                      <p:cBhvr>
                                        <p:cTn id="14756" dur="1000" repeatCount="1000" spd="100%" accel="0%" decel="0%" fill="hold">
                                          <p:stCondLst>
                                            <p:cond delay="0"/>
                                          </p:stCondLst>
                                        </p:cTn>
                                        <p:tgtEl>
                                          <p:spTgt spid="6"/>
                                        </p:tgtEl>
                                        <p:attrNameLst>
                                          <p:attrName>style.visibility</p:attrName>
                                        </p:attrNameLst>
                                      </p:cBhvr>
                                      <p:to>
                                        <p:strVal val="visible"/>
                                      </p:to>
                                    </p:set>
                                  </p:childTnLst>
                                </p:cTn>
                              </p:par>
                            </p:childTnLst>
                          </p:cTn>
                        </p:par>
                        <p:par>
                          <p:cTn id="14757" repeatCount="1000" spd="100%" decel="0%" fill="hold">
                            <p:stCondLst>
                              <p:cond delay="0"/>
                            </p:stCondLst>
                            <p:childTnLst>
                              <p:par>
                                <p:cTn id="14758" presetID="23" presetClass="entr" presetSubtype="288" repeatCount="1000" spd="100%" decel="0%" fill="hold" nodeType="afterEffect">
                                  <p:stCondLst>
                                    <p:cond delay="0"/>
                                  </p:stCondLst>
                                  <p:childTnLst>
                                    <p:anim calcmode="lin" valueType="num">
                                      <p:cBhvr>
                                        <p:cTn id="14759" dur="500" repeatCount="1000" spd="100%" accel="0%" decel="0%" fill="hold"/>
                                        <p:tgtEl>
                                          <p:spTgt spid="5"/>
                                        </p:tgtEl>
                                        <p:attrNameLst>
                                          <p:attrName>ppt_w</p:attrName>
                                        </p:attrNameLst>
                                      </p:cBhvr>
                                      <p:tavLst>
                                        <p:tav fmla="" tm="0">
                                          <p:val>
                                            <p:strVal val="4/3*#ppt_w"/>
                                          </p:val>
                                        </p:tav>
                                        <p:tav fmla="" tm="100000">
                                          <p:val>
                                            <p:strVal val="#ppt_w"/>
                                          </p:val>
                                        </p:tav>
                                      </p:tavLst>
                                    </p:anim>
                                    <p:anim calcmode="lin" valueType="num">
                                      <p:cBhvr>
                                        <p:cTn id="14760" dur="500" repeatCount="1000" spd="100%" accel="0%" decel="0%" fill="hold"/>
                                        <p:tgtEl>
                                          <p:spTgt spid="5"/>
                                        </p:tgtEl>
                                        <p:attrNameLst>
                                          <p:attrName>ppt_h</p:attrName>
                                        </p:attrNameLst>
                                      </p:cBhvr>
                                      <p:tavLst>
                                        <p:tav fmla="" tm="0">
                                          <p:val>
                                            <p:strVal val="4/3*#ppt_h"/>
                                          </p:val>
                                        </p:tav>
                                        <p:tav fmla="" tm="100000">
                                          <p:val>
                                            <p:strVal val="#ppt_h"/>
                                          </p:val>
                                        </p:tav>
                                      </p:tavLst>
                                    </p:anim>
                                    <p:set>
                                      <p:cBhvr>
                                        <p:cTn id="14761" dur="500" repeatCount="1000" spd="100%" accel="0%" decel="0%" fill="hold">
                                          <p:stCondLst>
                                            <p:cond delay="0"/>
                                          </p:stCondLst>
                                        </p:cTn>
                                        <p:tgtEl>
                                          <p:spTgt spid="5"/>
                                        </p:tgtEl>
                                        <p:attrNameLst>
                                          <p:attrName>style.visibility</p:attrName>
                                        </p:attrNameLst>
                                      </p:cBhvr>
                                      <p:to>
                                        <p:strVal val="visible"/>
                                      </p:to>
                                    </p:set>
                                  </p:childTnLst>
                                </p:cTn>
                              </p:par>
                            </p:childTnLst>
                          </p:cTn>
                        </p:par>
                        <p:par>
                          <p:cTn id="14762" repeatCount="1000" spd="100%" decel="0%" fill="hold">
                            <p:stCondLst>
                              <p:cond delay="0"/>
                            </p:stCondLst>
                            <p:childTnLst>
                              <p:par>
                                <p:cTn id="14763" presetID="50" presetClass="entr" presetSubtype="0" repeatCount="1000" spd="100%" decel="0%" fill="hold" nodeType="afterEffect">
                                  <p:stCondLst>
                                    <p:cond delay="0"/>
                                  </p:stCondLst>
                                  <p:childTnLst>
                                    <p:anim calcmode="lin" valueType="num">
                                      <p:cBhvr>
                                        <p:cTn id="14765" dur="1000" repeatCount="1000" spd="100%" accel="0%" decel="0%" fill="hold"/>
                                        <p:tgtEl>
                                          <p:spTgt spid="2"/>
                                        </p:tgtEl>
                                        <p:attrNameLst>
                                          <p:attrName>ppt_w</p:attrName>
                                        </p:attrNameLst>
                                      </p:cBhvr>
                                      <p:tavLst>
                                        <p:tav fmla="" tm="0">
                                          <p:val>
                                            <p:strVal val="#ppt_w+.3"/>
                                          </p:val>
                                        </p:tav>
                                        <p:tav fmla="" tm="100000">
                                          <p:val>
                                            <p:strVal val="#ppt_w"/>
                                          </p:val>
                                        </p:tav>
                                      </p:tavLst>
                                    </p:anim>
                                    <p:anim calcmode="lin" valueType="num">
                                      <p:cBhvr>
                                        <p:cTn id="14766" dur="1000" repeatCount="1000" spd="100%" accel="0%" decel="0%" fill="hold"/>
                                        <p:tgtEl>
                                          <p:spTgt spid="2"/>
                                        </p:tgtEl>
                                        <p:attrNameLst>
                                          <p:attrName>ppt_h</p:attrName>
                                        </p:attrNameLst>
                                      </p:cBhvr>
                                      <p:tavLst>
                                        <p:tav fmla="" tm="0">
                                          <p:val>
                                            <p:strVal val="#ppt_h"/>
                                          </p:val>
                                        </p:tav>
                                        <p:tav fmla="" tm="100000">
                                          <p:val>
                                            <p:strVal val="#ppt_h"/>
                                          </p:val>
                                        </p:tav>
                                      </p:tavLst>
                                    </p:anim>
                                    <p:animEffect filter="fade" transition="in">
                                      <p:cBhvr>
                                        <p:cTn id="14764" dur="1000" repeatCount="1000" spd="100%" accel="0%" decel="0%"/>
                                        <p:tgtEl>
                                          <p:spTgt spid="2"/>
                                        </p:tgtEl>
                                      </p:cBhvr>
                                    </p:animEffect>
                                    <p:set>
                                      <p:cBhvr>
                                        <p:cTn id="14767" dur="1"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Virtual Environment Advantages</a:t>
            </a:r>
          </a:p>
        </p:txBody>
      </p:sp>
      <p:sp>
        <p:nvSpPr>
          <p:cNvPr name="AutoShape 3" id="3"/>
          <p:cNvSpPr/>
          <p:nvPr/>
        </p:nvSpPr>
        <p:spPr>
          <a:xfrm flipH="true">
            <a:off x="7035804" y="1635489"/>
            <a:ext cx="4483098" cy="4000732"/>
          </a:xfrm>
          <a:prstGeom prst="rect">
            <a:avLst/>
          </a:prstGeom>
          <a:blipFill>
            <a:blip r:embed="rId2">
              <a:alphaModFix amt="35000"/>
            </a:blip>
            <a:stretch>
              <a:fillRect t="169" l="-18582" b="-169" r="-19364"/>
            </a:stretch>
          </a:blipFill>
          <a:ln>
            <a:noFill/>
          </a:ln>
          <a:effectLst/>
        </p:spPr>
        <p:txBody>
          <a:bodyPr vert="horz" rot="0" anchor="t" wrap="square" tIns="45720" lIns="91440" bIns="45720" rIns="91440">
            <a:prstTxWarp prst="textNoShape">
              <a:avLst/>
            </a:prstTxWarp>
            <a:noAutofit/>
          </a:bodyPr>
          <a:p>
            <a:pPr algn="ctr" marL="0"/>
          </a:p>
        </p:txBody>
      </p:sp>
      <p:sp>
        <p:nvSpPr>
          <p:cNvPr name="AutoShape 4" id="4"/>
          <p:cNvSpPr/>
          <p:nvPr/>
        </p:nvSpPr>
        <p:spPr>
          <a:xfrm>
            <a:off x="660404" y="1637821"/>
            <a:ext cx="5616572" cy="1998034"/>
          </a:xfrm>
          <a:prstGeom prst="rect">
            <a:avLst/>
          </a:prstGeom>
          <a:solidFill>
            <a:srgbClr val="F0F0F0">
              <a:alpha val="5000"/>
            </a:srgbClr>
          </a:solidFill>
          <a:ln>
            <a:noFill/>
          </a:ln>
          <a:effectLst/>
        </p:spPr>
        <p:txBody>
          <a:bodyPr vert="horz" rot="0" anchor="t" wrap="square" tIns="45720" lIns="91440" bIns="45720" rIns="91440">
            <a:prstTxWarp prst="textNoShape">
              <a:avLst/>
            </a:prstTxWarp>
            <a:noAutofit/>
          </a:bodyPr>
          <a:p>
            <a:pPr algn="ctr" marL="0"/>
          </a:p>
        </p:txBody>
      </p:sp>
      <p:sp>
        <p:nvSpPr>
          <p:cNvPr name="AutoShape 5" id="5"/>
          <p:cNvSpPr/>
          <p:nvPr/>
        </p:nvSpPr>
        <p:spPr>
          <a:xfrm flipH="true">
            <a:off x="955676" y="2226279"/>
            <a:ext cx="4724503" cy="1174168"/>
          </a:xfrm>
          <a:prstGeom prst="rect">
            <a:avLst/>
          </a:prstGeom>
          <a:ln>
            <a:noFill/>
          </a:ln>
        </p:spPr>
        <p:txBody>
          <a:bodyPr vert="horz" anchor="t" wrap="square" tIns="45720" lIns="91440" bIns="45720" rIns="91440">
            <a:spAutoFit/>
          </a:bodyPr>
          <a:p>
            <a:pPr algn="l" marL="0">
              <a:lnSpc>
                <a:spcPct val="120000"/>
              </a:lnSpc>
            </a:pPr>
            <a:r>
              <a:rPr lang="zh-CN" b="false" i="false" sz="1400" baseline="0" u="none" altLang="en-US">
                <a:solidFill>
                  <a:srgbClr val="FFFFFF"/>
                </a:solidFill>
                <a:latin typeface="微软雅黑"/>
                <a:ea typeface="微软雅黑"/>
              </a:rPr>
              <a:t>The Abacus AI operates within a virtual environment, protecting the user's local system from any unintended actions or modifications. This separation ensures that users can leverage the agent's capabilities without worrying about potential disruptions or security risks.</a:t>
            </a:r>
          </a:p>
        </p:txBody>
      </p:sp>
      <p:sp>
        <p:nvSpPr>
          <p:cNvPr name="TextBox 6" id="6"/>
          <p:cNvSpPr txBox="true"/>
          <p:nvPr/>
        </p:nvSpPr>
        <p:spPr>
          <a:xfrm>
            <a:off x="955676" y="1634716"/>
            <a:ext cx="4724503" cy="338554"/>
          </a:xfrm>
          <a:prstGeom prst="rect">
            <a:avLst/>
          </a:prstGeom>
          <a:noFill/>
          <a:ln>
            <a:noFill/>
          </a:ln>
        </p:spPr>
        <p:txBody>
          <a:bodyPr anchor="b" rtlCol="false" vert="horz" wrap="square" tIns="45720" lIns="91440" bIns="45720" rIns="91440">
            <a:spAutoFit/>
          </a:bodyPr>
          <a:lstStyle/>
          <a:p>
            <a:pPr algn="l" fontAlgn="auto" indent="0" marR="0" marL="0">
              <a:spcBef>
                <a:spcPct val="0"/>
              </a:spcBef>
              <a:spcAft>
                <a:spcPct val="0"/>
              </a:spcAft>
              <a:defRPr/>
            </a:pPr>
            <a:r>
              <a:rPr lang="en-US" b="true" i="false" sz="1600" baseline="0" u="none">
                <a:solidFill>
                  <a:srgbClr val="FFFFFF"/>
                </a:solidFill>
                <a:latin typeface="Arial"/>
                <a:ea typeface="Arial"/>
              </a:rPr>
              <a:t>Safety from Local Interaction</a:t>
            </a:r>
            <a:endParaRPr lang="en-US" sz="1100"/>
          </a:p>
        </p:txBody>
      </p:sp>
      <p:sp>
        <p:nvSpPr>
          <p:cNvPr name="Freeform 7" id="7"/>
          <p:cNvSpPr/>
          <p:nvPr/>
        </p:nvSpPr>
        <p:spPr>
          <a:xfrm>
            <a:off x="5779509" y="1743916"/>
            <a:ext cx="330993" cy="330993"/>
          </a:xfrm>
          <a:custGeom>
            <a:avLst/>
            <a:gdLst/>
            <a:ahLst/>
            <a:cxnLst/>
            <a:rect r="r" b="b" t="t" l="l"/>
            <a:pathLst>
              <a:path w="533400" h="533400" stroke="true" fill="norm" extrusionOk="true">
                <a:moveTo>
                  <a:pt x="381864" y="621"/>
                </a:moveTo>
                <a:lnTo>
                  <a:pt x="381864" y="114921"/>
                </a:lnTo>
                <a:lnTo>
                  <a:pt x="534264" y="114921"/>
                </a:lnTo>
                <a:lnTo>
                  <a:pt x="534264" y="419721"/>
                </a:lnTo>
                <a:lnTo>
                  <a:pt x="381864" y="419721"/>
                </a:lnTo>
                <a:lnTo>
                  <a:pt x="381864" y="534021"/>
                </a:lnTo>
                <a:lnTo>
                  <a:pt x="153264" y="534021"/>
                </a:lnTo>
                <a:lnTo>
                  <a:pt x="153264" y="419721"/>
                </a:lnTo>
                <a:lnTo>
                  <a:pt x="864" y="419721"/>
                </a:lnTo>
                <a:lnTo>
                  <a:pt x="864" y="182644"/>
                </a:lnTo>
                <a:lnTo>
                  <a:pt x="63348" y="114921"/>
                </a:lnTo>
                <a:lnTo>
                  <a:pt x="153264" y="114921"/>
                </a:lnTo>
                <a:lnTo>
                  <a:pt x="153264" y="621"/>
                </a:lnTo>
                <a:lnTo>
                  <a:pt x="381864" y="621"/>
                </a:lnTo>
                <a:close/>
                <a:moveTo>
                  <a:pt x="362814" y="286371"/>
                </a:moveTo>
                <a:lnTo>
                  <a:pt x="172314" y="286371"/>
                </a:lnTo>
                <a:lnTo>
                  <a:pt x="172314" y="514971"/>
                </a:lnTo>
                <a:lnTo>
                  <a:pt x="362814" y="514971"/>
                </a:lnTo>
                <a:lnTo>
                  <a:pt x="362814" y="286371"/>
                </a:lnTo>
                <a:close/>
                <a:moveTo>
                  <a:pt x="515214" y="133971"/>
                </a:moveTo>
                <a:lnTo>
                  <a:pt x="71730" y="133971"/>
                </a:lnTo>
                <a:lnTo>
                  <a:pt x="19914" y="190073"/>
                </a:lnTo>
                <a:lnTo>
                  <a:pt x="19914" y="400671"/>
                </a:lnTo>
                <a:lnTo>
                  <a:pt x="153264" y="400671"/>
                </a:lnTo>
                <a:lnTo>
                  <a:pt x="153264" y="267321"/>
                </a:lnTo>
                <a:lnTo>
                  <a:pt x="381864" y="267321"/>
                </a:lnTo>
                <a:lnTo>
                  <a:pt x="381864" y="400671"/>
                </a:lnTo>
                <a:lnTo>
                  <a:pt x="515214" y="400671"/>
                </a:lnTo>
                <a:lnTo>
                  <a:pt x="515214" y="133971"/>
                </a:lnTo>
                <a:close/>
                <a:moveTo>
                  <a:pt x="462827" y="172071"/>
                </a:moveTo>
                <a:cubicBezTo>
                  <a:pt x="470732" y="172071"/>
                  <a:pt x="477114" y="178453"/>
                  <a:pt x="477114" y="186359"/>
                </a:cubicBezTo>
                <a:cubicBezTo>
                  <a:pt x="477114" y="194264"/>
                  <a:pt x="470732" y="200646"/>
                  <a:pt x="462827" y="200646"/>
                </a:cubicBezTo>
                <a:cubicBezTo>
                  <a:pt x="454921" y="200646"/>
                  <a:pt x="448539" y="194264"/>
                  <a:pt x="448539" y="186359"/>
                </a:cubicBezTo>
                <a:cubicBezTo>
                  <a:pt x="448539" y="178453"/>
                  <a:pt x="454921" y="172071"/>
                  <a:pt x="462827" y="172071"/>
                </a:cubicBezTo>
                <a:close/>
                <a:moveTo>
                  <a:pt x="362814" y="19671"/>
                </a:moveTo>
                <a:lnTo>
                  <a:pt x="172314" y="19671"/>
                </a:lnTo>
                <a:lnTo>
                  <a:pt x="172314" y="114921"/>
                </a:lnTo>
                <a:lnTo>
                  <a:pt x="362814" y="114921"/>
                </a:lnTo>
                <a:lnTo>
                  <a:pt x="362814" y="19671"/>
                </a:lnTo>
                <a:close/>
              </a:path>
            </a:pathLst>
          </a:custGeom>
          <a:solidFill>
            <a:srgbClr val="FFFFFF"/>
          </a:solidFill>
          <a:ln>
            <a:noFill/>
          </a:ln>
        </p:spPr>
        <p:txBody>
          <a:bodyPr vert="horz" anchor="t" tIns="45720" lIns="91440" bIns="45720" rIns="91440">
            <a:normAutofit/>
          </a:bodyPr>
          <a:p>
            <a:pPr algn="l" marL="0"/>
          </a:p>
        </p:txBody>
      </p:sp>
      <p:sp>
        <p:nvSpPr>
          <p:cNvPr name="AutoShape 8" id="8"/>
          <p:cNvSpPr/>
          <p:nvPr/>
        </p:nvSpPr>
        <p:spPr>
          <a:xfrm>
            <a:off x="660404" y="3801946"/>
            <a:ext cx="5616572" cy="1998034"/>
          </a:xfrm>
          <a:prstGeom prst="rect">
            <a:avLst/>
          </a:prstGeom>
          <a:solidFill>
            <a:srgbClr val="F0F0F0">
              <a:alpha val="5000"/>
            </a:srgbClr>
          </a:solidFill>
          <a:ln>
            <a:noFill/>
          </a:ln>
          <a:effectLst/>
        </p:spPr>
        <p:txBody>
          <a:bodyPr vert="horz" rot="0" anchor="t" wrap="square" tIns="45720" lIns="91440" bIns="45720" rIns="91440">
            <a:prstTxWarp prst="textNoShape">
              <a:avLst/>
            </a:prstTxWarp>
            <a:noAutofit/>
          </a:bodyPr>
          <a:p>
            <a:pPr algn="ctr" marL="0"/>
          </a:p>
        </p:txBody>
      </p:sp>
      <p:sp>
        <p:nvSpPr>
          <p:cNvPr name="AutoShape 9" id="9"/>
          <p:cNvSpPr/>
          <p:nvPr/>
        </p:nvSpPr>
        <p:spPr>
          <a:xfrm flipH="true">
            <a:off x="955676" y="4390404"/>
            <a:ext cx="4724503" cy="1174168"/>
          </a:xfrm>
          <a:prstGeom prst="rect">
            <a:avLst/>
          </a:prstGeom>
          <a:ln>
            <a:noFill/>
          </a:ln>
        </p:spPr>
        <p:txBody>
          <a:bodyPr vert="horz" anchor="t" wrap="square" tIns="45720" lIns="91440" bIns="45720" rIns="91440">
            <a:spAutoFit/>
          </a:bodyPr>
          <a:p>
            <a:pPr algn="l" marL="0">
              <a:lnSpc>
                <a:spcPct val="120000"/>
              </a:lnSpc>
            </a:pPr>
            <a:r>
              <a:rPr lang="zh-CN" b="false" i="false" sz="1400" baseline="0" u="none" altLang="en-US">
                <a:solidFill>
                  <a:srgbClr val="FFFFFF"/>
                </a:solidFill>
                <a:latin typeface="微软雅黑"/>
                <a:ea typeface="微软雅黑"/>
              </a:rPr>
              <a:t>Users can immediately access a range of advanced features within this environment. This instant access allows them to execute tasks quickly and efficiently, enhancing the overall user experience and maximizing productivity.</a:t>
            </a:r>
          </a:p>
        </p:txBody>
      </p:sp>
      <p:sp>
        <p:nvSpPr>
          <p:cNvPr name="TextBox 10" id="10"/>
          <p:cNvSpPr txBox="true"/>
          <p:nvPr/>
        </p:nvSpPr>
        <p:spPr>
          <a:xfrm>
            <a:off x="955676" y="3798841"/>
            <a:ext cx="4724503" cy="338554"/>
          </a:xfrm>
          <a:prstGeom prst="rect">
            <a:avLst/>
          </a:prstGeom>
          <a:noFill/>
          <a:ln>
            <a:noFill/>
          </a:ln>
        </p:spPr>
        <p:txBody>
          <a:bodyPr anchor="b" rtlCol="false" vert="horz" wrap="square" tIns="45720" lIns="91440" bIns="45720" rIns="91440">
            <a:spAutoFit/>
          </a:bodyPr>
          <a:lstStyle/>
          <a:p>
            <a:pPr algn="l" fontAlgn="auto" indent="0" marR="0" marL="0">
              <a:spcBef>
                <a:spcPct val="0"/>
              </a:spcBef>
              <a:spcAft>
                <a:spcPct val="0"/>
              </a:spcAft>
              <a:defRPr/>
            </a:pPr>
            <a:r>
              <a:rPr lang="en-US" b="true" i="false" sz="1600" baseline="0" u="none">
                <a:solidFill>
                  <a:schemeClr val="accent1"/>
                </a:solidFill>
                <a:latin typeface="Arial"/>
                <a:ea typeface="Arial"/>
              </a:rPr>
              <a:t>Instant Access to Features</a:t>
            </a:r>
            <a:endParaRPr lang="en-US" sz="1100"/>
          </a:p>
        </p:txBody>
      </p:sp>
      <p:sp>
        <p:nvSpPr>
          <p:cNvPr name="Freeform 11" id="11"/>
          <p:cNvSpPr/>
          <p:nvPr/>
        </p:nvSpPr>
        <p:spPr>
          <a:xfrm>
            <a:off x="5794026" y="3933917"/>
            <a:ext cx="301958" cy="330993"/>
          </a:xfrm>
          <a:custGeom>
            <a:avLst/>
            <a:gdLst/>
            <a:ahLst/>
            <a:cxnLst/>
            <a:rect r="r" b="b" t="t" l="l"/>
            <a:pathLst>
              <a:path w="495300" h="542925" stroke="true" fill="norm" extrusionOk="true">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4843" y="452963"/>
                  <a:pt x="2930" y="361237"/>
                  <a:pt x="1120" y="252367"/>
                </a:cubicBezTo>
                <a:lnTo>
                  <a:pt x="1120" y="248271"/>
                </a:lnTo>
                <a:cubicBezTo>
                  <a:pt x="1120" y="111492"/>
                  <a:pt x="111991" y="621"/>
                  <a:pt x="248770" y="621"/>
                </a:cubicBezTo>
                <a:close/>
                <a:moveTo>
                  <a:pt x="304777" y="489539"/>
                </a:moveTo>
                <a:cubicBezTo>
                  <a:pt x="286775" y="493730"/>
                  <a:pt x="268010" y="495921"/>
                  <a:pt x="248770" y="495921"/>
                </a:cubicBezTo>
                <a:cubicBezTo>
                  <a:pt x="229530" y="495921"/>
                  <a:pt x="210765" y="493730"/>
                  <a:pt x="192763" y="489539"/>
                </a:cubicBezTo>
                <a:lnTo>
                  <a:pt x="172570" y="524496"/>
                </a:lnTo>
                <a:lnTo>
                  <a:pt x="324970" y="524496"/>
                </a:lnTo>
                <a:lnTo>
                  <a:pt x="304777" y="489539"/>
                </a:lnTo>
                <a:close/>
                <a:moveTo>
                  <a:pt x="248770" y="19671"/>
                </a:moveTo>
                <a:cubicBezTo>
                  <a:pt x="122564" y="19671"/>
                  <a:pt x="20170" y="122065"/>
                  <a:pt x="20170" y="248271"/>
                </a:cubicBezTo>
                <a:cubicBezTo>
                  <a:pt x="20170" y="374477"/>
                  <a:pt x="122564" y="476871"/>
                  <a:pt x="248770" y="476871"/>
                </a:cubicBezTo>
                <a:cubicBezTo>
                  <a:pt x="374976" y="476871"/>
                  <a:pt x="477370" y="374477"/>
                  <a:pt x="477370" y="248271"/>
                </a:cubicBezTo>
                <a:cubicBezTo>
                  <a:pt x="477370" y="122065"/>
                  <a:pt x="374976" y="19671"/>
                  <a:pt x="248770" y="19671"/>
                </a:cubicBezTo>
                <a:close/>
                <a:moveTo>
                  <a:pt x="248770" y="133971"/>
                </a:moveTo>
                <a:cubicBezTo>
                  <a:pt x="311921" y="133971"/>
                  <a:pt x="363070" y="185120"/>
                  <a:pt x="363070" y="248271"/>
                </a:cubicBezTo>
                <a:cubicBezTo>
                  <a:pt x="363070" y="311422"/>
                  <a:pt x="311921" y="362571"/>
                  <a:pt x="248770" y="362571"/>
                </a:cubicBezTo>
                <a:cubicBezTo>
                  <a:pt x="185619" y="362571"/>
                  <a:pt x="134470" y="311422"/>
                  <a:pt x="134470" y="248271"/>
                </a:cubicBezTo>
                <a:cubicBezTo>
                  <a:pt x="134470" y="185120"/>
                  <a:pt x="185619" y="133971"/>
                  <a:pt x="248770" y="133971"/>
                </a:cubicBezTo>
                <a:close/>
                <a:moveTo>
                  <a:pt x="248770" y="153021"/>
                </a:moveTo>
                <a:cubicBezTo>
                  <a:pt x="196192" y="153021"/>
                  <a:pt x="153520" y="195693"/>
                  <a:pt x="153520" y="248271"/>
                </a:cubicBezTo>
                <a:cubicBezTo>
                  <a:pt x="153520" y="300849"/>
                  <a:pt x="196192" y="343521"/>
                  <a:pt x="248770" y="343521"/>
                </a:cubicBezTo>
                <a:cubicBezTo>
                  <a:pt x="301348" y="343521"/>
                  <a:pt x="344020" y="300849"/>
                  <a:pt x="344020" y="248271"/>
                </a:cubicBezTo>
                <a:cubicBezTo>
                  <a:pt x="344020" y="195693"/>
                  <a:pt x="301348" y="153021"/>
                  <a:pt x="248770" y="153021"/>
                </a:cubicBezTo>
                <a:close/>
                <a:moveTo>
                  <a:pt x="367833" y="114921"/>
                </a:moveTo>
                <a:cubicBezTo>
                  <a:pt x="375738" y="114921"/>
                  <a:pt x="382120" y="121303"/>
                  <a:pt x="382120" y="129209"/>
                </a:cubicBezTo>
                <a:cubicBezTo>
                  <a:pt x="382120" y="137114"/>
                  <a:pt x="375738" y="143496"/>
                  <a:pt x="367833" y="143496"/>
                </a:cubicBezTo>
                <a:cubicBezTo>
                  <a:pt x="359927" y="143496"/>
                  <a:pt x="353545" y="137114"/>
                  <a:pt x="353545" y="129209"/>
                </a:cubicBezTo>
                <a:cubicBezTo>
                  <a:pt x="353545" y="121303"/>
                  <a:pt x="359927" y="114921"/>
                  <a:pt x="367833" y="114921"/>
                </a:cubicBezTo>
                <a:close/>
              </a:path>
            </a:pathLst>
          </a:custGeom>
          <a:solidFill>
            <a:schemeClr val="accent1"/>
          </a:solidFill>
          <a:ln>
            <a:noFill/>
          </a:ln>
        </p:spPr>
        <p:txBody>
          <a:bodyPr vert="horz" anchor="t" tIns="45720" lIns="91440" bIns="45720" rIns="91440">
            <a:normAutofit/>
          </a:bodyPr>
          <a:p>
            <a:pPr algn="l" marL="0"/>
          </a:p>
        </p:txBody>
      </p:sp>
    </p:spTree>
  </p:cSld>
  <p:clrMapOvr>
    <a:masterClrMapping/>
  </p:clrMapOvr>
  <p:transition spd="slow">
    <p:cover dir="d"/>
  </p:transition>
  <p:timing>
    <p:tnLst>
      <p:par>
        <p:cTn id="16433" dur="indefinite" repeatCount="1000" spd="100%" accel="0%" decel="0%" restart="never" nodeType="tmRoot">
          <p:childTnLst>
            <p:seq concurrent="true" nextAc="seek">
              <p:cTn id="16434" dur="indefinite" repeatCount="1000" spd="100%" accel="0%" decel="0%" nodeType="mainSeq">
                <p:childTnLst>
                  <p:par>
                    <p:cTn id="16435" repeatCount="1000" spd="100%" accel="0%" decel="0%" fill="hold">
                      <p:stCondLst>
                        <p:cond delay="indefinite"/>
                        <p:cond evt="onBegin" delay="0">
                          <p:tn val="16434"/>
                        </p:cond>
                      </p:stCondLst>
                      <p:childTnLst>
                        <p:par>
                          <p:cTn id="16436" repeatCount="1000" spd="100%" decel="0%" fill="hold">
                            <p:stCondLst>
                              <p:cond delay="0"/>
                            </p:stCondLst>
                            <p:childTnLst>
                              <p:par>
                                <p:cTn id="16437" presetID="2" presetClass="entr" presetSubtype="6" repeatCount="1000" spd="100%" decel="0%" fill="hold" nodeType="afterEffect">
                                  <p:stCondLst>
                                    <p:cond delay="0"/>
                                  </p:stCondLst>
                                  <p:childTnLst>
                                    <p:anim calcmode="lin" valueType="num">
                                      <p:cBhvr additive="base">
                                        <p:cTn id="16438" dur="1000" repeatCount="1000" spd="100%" accel="0%" decel="0%" fill="hold"/>
                                        <p:tgtEl>
                                          <p:spTgt spid="2"/>
                                        </p:tgtEl>
                                        <p:attrNameLst>
                                          <p:attrName>ppt_x</p:attrName>
                                        </p:attrNameLst>
                                      </p:cBhvr>
                                      <p:tavLst>
                                        <p:tav fmla="" tm="0">
                                          <p:val>
                                            <p:strVal val="1+#ppt_w/2"/>
                                          </p:val>
                                        </p:tav>
                                        <p:tav fmla="" tm="100000">
                                          <p:val>
                                            <p:strVal val="#ppt_x"/>
                                          </p:val>
                                        </p:tav>
                                      </p:tavLst>
                                    </p:anim>
                                    <p:anim calcmode="lin" valueType="num">
                                      <p:cBhvr additive="base">
                                        <p:cTn id="16439" dur="1000" repeatCount="1000" spd="100%" accel="0%" decel="0%" fill="hold"/>
                                        <p:tgtEl>
                                          <p:spTgt spid="2"/>
                                        </p:tgtEl>
                                        <p:attrNameLst>
                                          <p:attrName>ppt_y</p:attrName>
                                        </p:attrNameLst>
                                      </p:cBhvr>
                                      <p:tavLst>
                                        <p:tav fmla="" tm="0">
                                          <p:val>
                                            <p:strVal val="1+#ppt_h/2"/>
                                          </p:val>
                                        </p:tav>
                                        <p:tav fmla="" tm="100000">
                                          <p:val>
                                            <p:strVal val="#ppt_y"/>
                                          </p:val>
                                        </p:tav>
                                      </p:tavLst>
                                    </p:anim>
                                    <p:set>
                                      <p:cBhvr>
                                        <p:cTn id="16440" dur="1000" repeatCount="1000" spd="100%" accel="0%" decel="0%" fill="hold">
                                          <p:stCondLst>
                                            <p:cond delay="0"/>
                                          </p:stCondLst>
                                        </p:cTn>
                                        <p:tgtEl>
                                          <p:spTgt spid="2"/>
                                        </p:tgtEl>
                                        <p:attrNameLst>
                                          <p:attrName>style.visibility</p:attrName>
                                        </p:attrNameLst>
                                      </p:cBhvr>
                                      <p:to>
                                        <p:strVal val="visible"/>
                                      </p:to>
                                    </p:set>
                                  </p:childTnLst>
                                </p:cTn>
                              </p:par>
                            </p:childTnLst>
                          </p:cTn>
                        </p:par>
                        <p:par>
                          <p:cTn id="16441" repeatCount="1000" spd="100%" decel="0%" fill="hold">
                            <p:stCondLst>
                              <p:cond delay="0"/>
                            </p:stCondLst>
                            <p:childTnLst>
                              <p:par>
                                <p:cTn id="16442" presetID="17" presetClass="entr" presetSubtype="1" repeatCount="1000" spd="100%" decel="0%" fill="hold" nodeType="afterEffect">
                                  <p:stCondLst>
                                    <p:cond delay="0"/>
                                  </p:stCondLst>
                                  <p:childTnLst>
                                    <p:anim calcmode="lin" valueType="num">
                                      <p:cBhvr additive="base">
                                        <p:cTn id="16443" dur="500" repeatCount="1000" spd="100%" accel="0%" decel="0%" fill="hold"/>
                                        <p:tgtEl>
                                          <p:spTgt spid="6"/>
                                        </p:tgtEl>
                                        <p:attrNameLst>
                                          <p:attrName>ppt_x</p:attrName>
                                        </p:attrNameLst>
                                      </p:cBhvr>
                                      <p:tavLst>
                                        <p:tav fmla="" tm="0">
                                          <p:val>
                                            <p:strVal val="#ppt_x"/>
                                          </p:val>
                                        </p:tav>
                                        <p:tav fmla="" tm="100000">
                                          <p:val>
                                            <p:strVal val="#ppt_x"/>
                                          </p:val>
                                        </p:tav>
                                      </p:tavLst>
                                    </p:anim>
                                    <p:anim calcmode="lin" valueType="num">
                                      <p:cBhvr additive="base">
                                        <p:cTn id="16444" dur="500" repeatCount="1000" spd="100%" accel="0%" decel="0%" fill="hold"/>
                                        <p:tgtEl>
                                          <p:spTgt spid="6"/>
                                        </p:tgtEl>
                                        <p:attrNameLst>
                                          <p:attrName>ppt_y</p:attrName>
                                        </p:attrNameLst>
                                      </p:cBhvr>
                                      <p:tavLst>
                                        <p:tav fmla="" tm="0">
                                          <p:val>
                                            <p:strVal val="#ppt_y-#ppt_h/2"/>
                                          </p:val>
                                        </p:tav>
                                        <p:tav fmla="" tm="100000">
                                          <p:val>
                                            <p:strVal val="#ppt_y"/>
                                          </p:val>
                                        </p:tav>
                                      </p:tavLst>
                                    </p:anim>
                                    <p:anim calcmode="lin" valueType="num">
                                      <p:cBhvr additive="base">
                                        <p:cTn id="16445" dur="500" repeatCount="1000" spd="100%" accel="0%" decel="0%" fill="hold"/>
                                        <p:tgtEl>
                                          <p:spTgt spid="6"/>
                                        </p:tgtEl>
                                        <p:attrNameLst>
                                          <p:attrName>ppt_w</p:attrName>
                                        </p:attrNameLst>
                                      </p:cBhvr>
                                      <p:tavLst>
                                        <p:tav fmla="" tm="0">
                                          <p:val>
                                            <p:strVal val="#ppt_w"/>
                                          </p:val>
                                        </p:tav>
                                        <p:tav fmla="" tm="100000">
                                          <p:val>
                                            <p:strVal val="#ppt_w"/>
                                          </p:val>
                                        </p:tav>
                                      </p:tavLst>
                                    </p:anim>
                                    <p:anim calcmode="lin" valueType="num">
                                      <p:cBhvr additive="base">
                                        <p:cTn id="16446" dur="500" repeatCount="1000" spd="100%" accel="0%" decel="0%" fill="hold"/>
                                        <p:tgtEl>
                                          <p:spTgt spid="6"/>
                                        </p:tgtEl>
                                        <p:attrNameLst>
                                          <p:attrName>ppt_h</p:attrName>
                                        </p:attrNameLst>
                                      </p:cBhvr>
                                      <p:tavLst>
                                        <p:tav fmla="" tm="0">
                                          <p:val>
                                            <p:fltVal val="0.0"/>
                                          </p:val>
                                        </p:tav>
                                        <p:tav fmla="" tm="100000">
                                          <p:val>
                                            <p:strVal val="#ppt_h"/>
                                          </p:val>
                                        </p:tav>
                                      </p:tavLst>
                                    </p:anim>
                                    <p:set>
                                      <p:cBhvr additive="base">
                                        <p:cTn id="16447" dur="500" repeatCount="1000" spd="100%" accel="0%" decel="0%" fill="hold">
                                          <p:stCondLst>
                                            <p:cond delay="0"/>
                                          </p:stCondLst>
                                        </p:cTn>
                                        <p:tgtEl>
                                          <p:spTgt spid="6"/>
                                        </p:tgtEl>
                                        <p:attrNameLst>
                                          <p:attrName>style.visibility</p:attrName>
                                        </p:attrNameLst>
                                      </p:cBhvr>
                                      <p:to>
                                        <p:strVal val="visible"/>
                                      </p:to>
                                    </p:set>
                                  </p:childTnLst>
                                </p:cTn>
                              </p:par>
                            </p:childTnLst>
                          </p:cTn>
                        </p:par>
                        <p:par>
                          <p:cTn id="16448" repeatCount="1000" spd="100%" decel="0%" fill="hold">
                            <p:stCondLst>
                              <p:cond delay="0"/>
                            </p:stCondLst>
                            <p:childTnLst>
                              <p:par>
                                <p:cTn id="16449" presetID="7" presetClass="entr" presetSubtype="4" repeatCount="1000" spd="100%" decel="0%" fill="hold" nodeType="afterEffect">
                                  <p:stCondLst>
                                    <p:cond delay="0"/>
                                  </p:stCondLst>
                                  <p:childTnLst>
                                    <p:anim calcmode="lin" valueType="num">
                                      <p:cBhvr additive="base">
                                        <p:cTn id="16450" dur="2000" repeatCount="1000" spd="100%" accel="0%" decel="0%" fill="hold"/>
                                        <p:tgtEl>
                                          <p:spTgt spid="5"/>
                                        </p:tgtEl>
                                        <p:attrNameLst>
                                          <p:attrName>ppt_x</p:attrName>
                                        </p:attrNameLst>
                                      </p:cBhvr>
                                      <p:tavLst>
                                        <p:tav fmla="" tm="0">
                                          <p:val>
                                            <p:strVal val="#ppt_x"/>
                                          </p:val>
                                        </p:tav>
                                        <p:tav fmla="" tm="100000">
                                          <p:val>
                                            <p:strVal val="#ppt_x"/>
                                          </p:val>
                                        </p:tav>
                                      </p:tavLst>
                                    </p:anim>
                                    <p:anim calcmode="lin" valueType="num">
                                      <p:cBhvr additive="base">
                                        <p:cTn id="16451" dur="2000" repeatCount="1000" spd="100%" accel="0%" decel="0%" fill="hold"/>
                                        <p:tgtEl>
                                          <p:spTgt spid="5"/>
                                        </p:tgtEl>
                                        <p:attrNameLst>
                                          <p:attrName>ppt_y</p:attrName>
                                        </p:attrNameLst>
                                      </p:cBhvr>
                                      <p:tavLst>
                                        <p:tav fmla="" tm="0">
                                          <p:val>
                                            <p:strVal val="1+#ppt_h/2"/>
                                          </p:val>
                                        </p:tav>
                                        <p:tav fmla="" tm="100000">
                                          <p:val>
                                            <p:strVal val="#ppt_y"/>
                                          </p:val>
                                        </p:tav>
                                      </p:tavLst>
                                    </p:anim>
                                    <p:set>
                                      <p:cBhvr>
                                        <p:cTn id="16452" dur="2000" repeatCount="1000" spd="100%" accel="0%" decel="0%" fill="hold">
                                          <p:stCondLst>
                                            <p:cond delay="0"/>
                                          </p:stCondLst>
                                        </p:cTn>
                                        <p:tgtEl>
                                          <p:spTgt spid="5"/>
                                        </p:tgtEl>
                                        <p:attrNameLst>
                                          <p:attrName>style.visibility</p:attrName>
                                        </p:attrNameLst>
                                      </p:cBhvr>
                                      <p:to>
                                        <p:strVal val="visible"/>
                                      </p:to>
                                    </p:set>
                                  </p:childTnLst>
                                </p:cTn>
                              </p:par>
                            </p:childTnLst>
                          </p:cTn>
                        </p:par>
                        <p:par>
                          <p:cTn id="16453" repeatCount="1000" spd="100%" decel="0%" fill="hold">
                            <p:stCondLst>
                              <p:cond delay="0"/>
                            </p:stCondLst>
                            <p:childTnLst>
                              <p:par>
                                <p:cTn id="16454" presetID="1" presetClass="entr" presetSubtype="0" repeatCount="1000" spd="100%" decel="0%" fill="hold" nodeType="afterEffect">
                                  <p:stCondLst>
                                    <p:cond delay="0"/>
                                  </p:stCondLst>
                                  <p:childTnLst>
                                    <p:set>
                                      <p:cBhvr>
                                        <p:cTn id="16455" dur="1" repeatCount="1000" spd="100%" accel="0%" decel="0%" fill="hold">
                                          <p:stCondLst>
                                            <p:cond delay="0"/>
                                          </p:stCondLst>
                                        </p:cTn>
                                        <p:tgtEl>
                                          <p:spTgt spid="3"/>
                                        </p:tgtEl>
                                        <p:attrNameLst>
                                          <p:attrName>style.visibility</p:attrName>
                                        </p:attrNameLst>
                                      </p:cBhvr>
                                      <p:to>
                                        <p:strVal val="visible"/>
                                      </p:to>
                                    </p:set>
                                  </p:childTnLst>
                                </p:cTn>
                              </p:par>
                            </p:childTnLst>
                          </p:cTn>
                        </p:par>
                        <p:par>
                          <p:cTn id="16456" repeatCount="1000" spd="100%" decel="0%" fill="hold">
                            <p:stCondLst>
                              <p:cond delay="0"/>
                            </p:stCondLst>
                            <p:childTnLst>
                              <p:par>
                                <p:cTn id="16457" presetID="1" presetClass="entr" presetSubtype="0" repeatCount="1000" spd="100%" decel="0%" fill="hold" nodeType="afterEffect">
                                  <p:stCondLst>
                                    <p:cond delay="0"/>
                                  </p:stCondLst>
                                  <p:childTnLst>
                                    <p:set>
                                      <p:cBhvr>
                                        <p:cTn id="16458" dur="1" repeatCount="1000" spd="100%" accel="0%" decel="0%" fill="hold">
                                          <p:stCondLst>
                                            <p:cond delay="0"/>
                                          </p:stCondLst>
                                        </p:cTn>
                                        <p:tgtEl>
                                          <p:spTgt spid="10"/>
                                        </p:tgtEl>
                                        <p:attrNameLst>
                                          <p:attrName>style.visibility</p:attrName>
                                        </p:attrNameLst>
                                      </p:cBhvr>
                                      <p:to>
                                        <p:strVal val="visible"/>
                                      </p:to>
                                    </p:set>
                                  </p:childTnLst>
                                </p:cTn>
                              </p:par>
                            </p:childTnLst>
                          </p:cTn>
                        </p:par>
                        <p:par>
                          <p:cTn id="16459" repeatCount="1000" spd="100%" decel="0%" fill="hold">
                            <p:stCondLst>
                              <p:cond delay="0"/>
                            </p:stCondLst>
                            <p:childTnLst>
                              <p:par>
                                <p:cTn id="16460" presetID="2" presetClass="entr" presetSubtype="9" repeatCount="1000" spd="100%" decel="0%" fill="hold" nodeType="afterEffect">
                                  <p:stCondLst>
                                    <p:cond delay="0"/>
                                  </p:stCondLst>
                                  <p:childTnLst>
                                    <p:anim calcmode="lin" valueType="num">
                                      <p:cBhvr additive="base">
                                        <p:cTn id="16461" dur="1000" repeatCount="1000" spd="100%" accel="0%" decel="0%" fill="hold"/>
                                        <p:tgtEl>
                                          <p:spTgt spid="9"/>
                                        </p:tgtEl>
                                        <p:attrNameLst>
                                          <p:attrName>ppt_x</p:attrName>
                                        </p:attrNameLst>
                                      </p:cBhvr>
                                      <p:tavLst>
                                        <p:tav fmla="" tm="0">
                                          <p:val>
                                            <p:strVal val="0-#ppt_w/2"/>
                                          </p:val>
                                        </p:tav>
                                        <p:tav fmla="" tm="100000">
                                          <p:val>
                                            <p:strVal val="#ppt_x"/>
                                          </p:val>
                                        </p:tav>
                                      </p:tavLst>
                                    </p:anim>
                                    <p:anim calcmode="lin" valueType="num">
                                      <p:cBhvr additive="base">
                                        <p:cTn id="16462" dur="1000" repeatCount="1000" spd="100%" accel="0%" decel="0%" fill="hold"/>
                                        <p:tgtEl>
                                          <p:spTgt spid="9"/>
                                        </p:tgtEl>
                                        <p:attrNameLst>
                                          <p:attrName>ppt_y</p:attrName>
                                        </p:attrNameLst>
                                      </p:cBhvr>
                                      <p:tavLst>
                                        <p:tav fmla="" tm="0">
                                          <p:val>
                                            <p:strVal val="0-#ppt_h/2"/>
                                          </p:val>
                                        </p:tav>
                                        <p:tav fmla="" tm="100000">
                                          <p:val>
                                            <p:strVal val="#ppt_y"/>
                                          </p:val>
                                        </p:tav>
                                      </p:tavLst>
                                    </p:anim>
                                    <p:set>
                                      <p:cBhvr>
                                        <p:cTn id="16463" dur="1000" repeatCount="1000" spd="100%" accel="0%" decel="0%"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Real-World Applications</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03</a:t>
            </a:r>
            <a:endParaRPr lang="en-US" sz="1100"/>
          </a:p>
        </p:txBody>
      </p:sp>
    </p:spTree>
  </p:cSld>
  <p:clrMapOvr>
    <a:masterClrMapping/>
  </p:clrMapOvr>
  <p:transition spd="med">
    <p:newsflash/>
  </p:transition>
  <p:timing>
    <p:tnLst>
      <p:par>
        <p:cTn id="18266" dur="indefinite" repeatCount="1000" spd="100%" accel="0%" decel="0%" restart="never" nodeType="tmRoot">
          <p:childTnLst>
            <p:seq concurrent="true" nextAc="seek">
              <p:cTn id="18267" dur="indefinite" repeatCount="1000" spd="100%" accel="0%" decel="0%" nodeType="mainSeq">
                <p:childTnLst>
                  <p:par>
                    <p:cTn id="18268" repeatCount="1000" spd="100%" accel="0%" decel="0%" fill="hold">
                      <p:stCondLst>
                        <p:cond delay="indefinite"/>
                        <p:cond evt="onBegin" delay="0">
                          <p:tn val="18267"/>
                        </p:cond>
                      </p:stCondLst>
                      <p:childTnLst>
                        <p:par>
                          <p:cTn id="18269" repeatCount="1000" spd="100%" decel="0%" fill="hold">
                            <p:stCondLst>
                              <p:cond delay="0"/>
                            </p:stCondLst>
                            <p:childTnLst>
                              <p:par>
                                <p:cTn id="18270" presetID="12" presetClass="entr" presetSubtype="2" repeatCount="1000" spd="100%" decel="0%" fill="hold" nodeType="afterEffect">
                                  <p:stCondLst>
                                    <p:cond delay="0"/>
                                  </p:stCondLst>
                                  <p:childTnLst>
                                    <p:anim calcmode="lin" valueType="num">
                                      <p:cBhvr additive="base">
                                        <p:cTn id="18272" dur="500" repeatCount="1000" spd="100%" accel="0%" decel="0%"/>
                                        <p:tgtEl>
                                          <p:spTgt spid="3"/>
                                        </p:tgtEl>
                                        <p:attrNameLst>
                                          <p:attrName>ppt_x</p:attrName>
                                        </p:attrNameLst>
                                      </p:cBhvr>
                                      <p:tavLst>
                                        <p:tav fmla="" tm="0">
                                          <p:val>
                                            <p:strVal val="#ppt_x+#ppt_w*1.125000"/>
                                          </p:val>
                                        </p:tav>
                                        <p:tav fmla="" tm="100000">
                                          <p:val>
                                            <p:strVal val="#ppt_x"/>
                                          </p:val>
                                        </p:tav>
                                      </p:tavLst>
                                    </p:anim>
                                    <p:animEffect filter="wipe(left)" transition="in">
                                      <p:cBhvr>
                                        <p:cTn id="18271" dur="500" repeatCount="1000" spd="100%" accel="0%" decel="0%"/>
                                        <p:tgtEl>
                                          <p:spTgt spid="3"/>
                                        </p:tgtEl>
                                      </p:cBhvr>
                                    </p:animEffect>
                                    <p:set>
                                      <p:cBhvr>
                                        <p:cTn id="18273" dur="500" repeatCount="1000" spd="100%" accel="0%" decel="0%" fill="hold">
                                          <p:stCondLst>
                                            <p:cond delay="0"/>
                                          </p:stCondLst>
                                        </p:cTn>
                                        <p:tgtEl>
                                          <p:spTgt spid="3"/>
                                        </p:tgtEl>
                                        <p:attrNameLst>
                                          <p:attrName>style.visibility</p:attrName>
                                        </p:attrNameLst>
                                      </p:cBhvr>
                                      <p:to>
                                        <p:strVal val="visible"/>
                                      </p:to>
                                    </p:set>
                                  </p:childTnLst>
                                </p:cTn>
                              </p:par>
                            </p:childTnLst>
                          </p:cTn>
                        </p:par>
                        <p:par>
                          <p:cTn id="18274" repeatCount="1000" spd="100%" decel="0%" fill="hold">
                            <p:stCondLst>
                              <p:cond delay="0"/>
                            </p:stCondLst>
                            <p:childTnLst>
                              <p:par>
                                <p:cTn id="18275" presetID="8" presetClass="entr" presetSubtype="16" repeatCount="1000" spd="100%" decel="0%" fill="hold" nodeType="afterEffect">
                                  <p:stCondLst>
                                    <p:cond delay="0"/>
                                  </p:stCondLst>
                                  <p:childTnLst>
                                    <p:animEffect filter="diamond(in)" transition="in">
                                      <p:cBhvr>
                                        <p:cTn id="18276" dur="1000" repeatCount="1000" spd="100%" accel="0%" decel="0%"/>
                                        <p:tgtEl>
                                          <p:spTgt spid="2"/>
                                        </p:tgtEl>
                                      </p:cBhvr>
                                    </p:animEffect>
                                    <p:set>
                                      <p:cBhvr>
                                        <p:cTn id="18277" dur="10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Browsing and Data Scraping</a:t>
            </a:r>
          </a:p>
        </p:txBody>
      </p:sp>
      <p:sp>
        <p:nvSpPr>
          <p:cNvPr name="AutoShape 3" id="3"/>
          <p:cNvSpPr/>
          <p:nvPr/>
        </p:nvSpPr>
        <p:spPr>
          <a:xfrm>
            <a:off x="2239367" y="2586445"/>
            <a:ext cx="1854890" cy="438475"/>
          </a:xfrm>
          <a:prstGeom prst="roundRect">
            <a:avLst>
              <a:gd name="adj" fmla="val 50000"/>
            </a:avLst>
          </a:prstGeom>
          <a:solidFill>
            <a:schemeClr val="accent1"/>
          </a:solidFill>
          <a:ln>
            <a:noFill/>
          </a:ln>
          <a:effectLst/>
        </p:spPr>
        <p:txBody>
          <a:bodyPr vert="horz" anchor="ctr" wrap="square" tIns="90000" lIns="91440" bIns="90000" rIns="91440">
            <a:noAutofit/>
          </a:bodyPr>
          <a:p>
            <a:pPr algn="ctr" marL="0"/>
            <a:r>
              <a:rPr lang="en-US" b="true" i="false" sz="1600" baseline="0" u="none">
                <a:solidFill>
                  <a:schemeClr val="lt1"/>
                </a:solidFill>
                <a:latin typeface="Arial"/>
                <a:ea typeface="Arial"/>
              </a:rPr>
              <a:t>01</a:t>
            </a:r>
          </a:p>
        </p:txBody>
      </p:sp>
      <p:sp>
        <p:nvSpPr>
          <p:cNvPr name="AutoShape 4" id="4"/>
          <p:cNvSpPr/>
          <p:nvPr/>
        </p:nvSpPr>
        <p:spPr>
          <a:xfrm>
            <a:off x="2006499" y="3774814"/>
            <a:ext cx="2571835" cy="2298266"/>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effectLst/>
                <a:latin typeface="微软雅黑"/>
                <a:ea typeface="微软雅黑"/>
              </a:rPr>
              <a:t>The AI agent can autonomously navigate the web to find and download images based on user-defined queries. This capability simplifies the process of gathering visual content for various projects, saving time and effort.</a:t>
            </a:r>
          </a:p>
        </p:txBody>
      </p:sp>
      <p:grpSp>
        <p:nvGrpSpPr>
          <p:cNvPr name="Group 5" id="5"/>
          <p:cNvGrpSpPr/>
          <p:nvPr/>
        </p:nvGrpSpPr>
        <p:grpSpPr>
          <a:xfrm>
            <a:off x="1804815" y="2988380"/>
            <a:ext cx="139700" cy="139700"/>
            <a:chOff x="1886293" y="4670068"/>
            <a:chExt cx="139700" cy="139700"/>
          </a:xfrm>
        </p:grpSpPr>
        <p:sp>
          <p:nvSpPr>
            <p:cNvPr name="AutoShape 6" id="6"/>
            <p:cNvSpPr/>
            <p:nvPr/>
          </p:nvSpPr>
          <p:spPr>
            <a:xfrm>
              <a:off x="1886293" y="4670068"/>
              <a:ext cx="139700" cy="139700"/>
            </a:xfrm>
            <a:prstGeom prst="ellipse">
              <a:avLst/>
            </a:prstGeom>
            <a:solidFill>
              <a:schemeClr val="accent1">
                <a:alpha val="40000"/>
              </a:schemeClr>
            </a:solidFill>
            <a:ln>
              <a:noFill/>
            </a:ln>
          </p:spPr>
          <p:txBody>
            <a:bodyPr vert="horz" anchor="ctr" tIns="45720" lIns="91440" bIns="45720" rIns="91440">
              <a:normAutofit/>
            </a:bodyPr>
            <a:p>
              <a:pPr algn="ctr" marL="0"/>
            </a:p>
          </p:txBody>
        </p:sp>
        <p:sp>
          <p:nvSpPr>
            <p:cNvPr name="AutoShape 7" id="7"/>
            <p:cNvSpPr/>
            <p:nvPr/>
          </p:nvSpPr>
          <p:spPr>
            <a:xfrm>
              <a:off x="1913018" y="4696793"/>
              <a:ext cx="86250" cy="86250"/>
            </a:xfrm>
            <a:prstGeom prst="ellipse">
              <a:avLst/>
            </a:prstGeom>
            <a:solidFill>
              <a:schemeClr val="accent1"/>
            </a:solidFill>
            <a:ln>
              <a:noFill/>
            </a:ln>
            <a:effectLst>
              <a:outerShdw algn="ctr" blurRad="127000" dir="2700000" dist="63500" rotWithShape="false">
                <a:schemeClr val="accent2">
                  <a:alpha val="40000"/>
                </a:schemeClr>
              </a:outerShdw>
            </a:effectLst>
          </p:spPr>
          <p:txBody>
            <a:bodyPr vert="horz" anchor="ctr" tIns="45720" lIns="91440" bIns="45720" rIns="91440">
              <a:normAutofit/>
            </a:bodyPr>
            <a:p>
              <a:pPr algn="ctr" marL="0"/>
            </a:p>
          </p:txBody>
        </p:sp>
      </p:grpSp>
      <p:cxnSp>
        <p:nvCxnSpPr>
          <p:cNvPr name="Connector 8" id="8"/>
          <p:cNvCxnSpPr/>
          <p:nvPr/>
        </p:nvCxnSpPr>
        <p:spPr>
          <a:xfrm>
            <a:off x="1870020" y="2986541"/>
            <a:ext cx="1" cy="2952780"/>
          </a:xfrm>
          <a:prstGeom prst="line">
            <a:avLst/>
          </a:prstGeom>
          <a:ln w="9525">
            <a:solidFill>
              <a:schemeClr val="accent1">
                <a:alpha val="50000"/>
              </a:schemeClr>
            </a:solidFill>
            <a:prstDash val="sysDash"/>
          </a:ln>
        </p:spPr>
      </p:cxnSp>
      <p:cxnSp>
        <p:nvCxnSpPr>
          <p:cNvPr name="Connector 9" id="9"/>
          <p:cNvCxnSpPr/>
          <p:nvPr/>
        </p:nvCxnSpPr>
        <p:spPr>
          <a:xfrm>
            <a:off x="4779508" y="2461497"/>
            <a:ext cx="0" cy="3584540"/>
          </a:xfrm>
          <a:prstGeom prst="line">
            <a:avLst/>
          </a:prstGeom>
          <a:ln w="9525">
            <a:solidFill>
              <a:schemeClr val="accent2">
                <a:alpha val="50000"/>
              </a:schemeClr>
            </a:solidFill>
            <a:prstDash val="sysDash"/>
          </a:ln>
        </p:spPr>
      </p:cxnSp>
      <p:sp>
        <p:nvSpPr>
          <p:cNvPr name="AutoShape 10" id="10"/>
          <p:cNvSpPr/>
          <p:nvPr/>
        </p:nvSpPr>
        <p:spPr>
          <a:xfrm>
            <a:off x="5157998" y="1858051"/>
            <a:ext cx="1854890" cy="438475"/>
          </a:xfrm>
          <a:prstGeom prst="roundRect">
            <a:avLst>
              <a:gd name="adj" fmla="val 50000"/>
            </a:avLst>
          </a:prstGeom>
          <a:solidFill>
            <a:schemeClr val="accent2"/>
          </a:solidFill>
          <a:ln>
            <a:noFill/>
          </a:ln>
          <a:effectLst/>
        </p:spPr>
        <p:txBody>
          <a:bodyPr vert="horz" anchor="ctr" wrap="square" tIns="90000" lIns="91440" bIns="90000" rIns="91440">
            <a:noAutofit/>
          </a:bodyPr>
          <a:p>
            <a:pPr algn="ctr" marL="0"/>
            <a:r>
              <a:rPr lang="en-US" b="true" i="false" sz="1600" baseline="0" u="none">
                <a:solidFill>
                  <a:schemeClr val="lt1"/>
                </a:solidFill>
                <a:latin typeface="Arial"/>
                <a:ea typeface="Arial"/>
              </a:rPr>
              <a:t>02</a:t>
            </a:r>
          </a:p>
        </p:txBody>
      </p:sp>
      <p:grpSp>
        <p:nvGrpSpPr>
          <p:cNvPr name="Group 11" id="11"/>
          <p:cNvGrpSpPr/>
          <p:nvPr/>
        </p:nvGrpSpPr>
        <p:grpSpPr>
          <a:xfrm>
            <a:off x="4723446" y="2464700"/>
            <a:ext cx="139700" cy="139700"/>
            <a:chOff x="1886293" y="4670068"/>
            <a:chExt cx="139700" cy="139700"/>
          </a:xfrm>
        </p:grpSpPr>
        <p:sp>
          <p:nvSpPr>
            <p:cNvPr name="AutoShape 12" id="12"/>
            <p:cNvSpPr/>
            <p:nvPr/>
          </p:nvSpPr>
          <p:spPr>
            <a:xfrm>
              <a:off x="1886293" y="4670068"/>
              <a:ext cx="139700" cy="139700"/>
            </a:xfrm>
            <a:prstGeom prst="ellipse">
              <a:avLst/>
            </a:prstGeom>
            <a:solidFill>
              <a:schemeClr val="accent2">
                <a:alpha val="40000"/>
              </a:schemeClr>
            </a:solidFill>
            <a:ln>
              <a:noFill/>
            </a:ln>
          </p:spPr>
          <p:txBody>
            <a:bodyPr vert="horz" anchor="ctr" tIns="45720" lIns="91440" bIns="45720" rIns="91440">
              <a:normAutofit/>
            </a:bodyPr>
            <a:p>
              <a:pPr algn="ctr" marL="0"/>
            </a:p>
          </p:txBody>
        </p:sp>
        <p:sp>
          <p:nvSpPr>
            <p:cNvPr name="AutoShape 13" id="13"/>
            <p:cNvSpPr/>
            <p:nvPr/>
          </p:nvSpPr>
          <p:spPr>
            <a:xfrm>
              <a:off x="1913018" y="4696793"/>
              <a:ext cx="86250" cy="86250"/>
            </a:xfrm>
            <a:prstGeom prst="ellipse">
              <a:avLst/>
            </a:prstGeom>
            <a:solidFill>
              <a:schemeClr val="accent2"/>
            </a:solidFill>
            <a:ln>
              <a:noFill/>
            </a:ln>
            <a:effectLst>
              <a:outerShdw algn="ctr" blurRad="127000" dir="2700000" dist="63500" rotWithShape="false">
                <a:schemeClr val="accent4">
                  <a:alpha val="40000"/>
                </a:schemeClr>
              </a:outerShdw>
            </a:effectLst>
          </p:spPr>
          <p:txBody>
            <a:bodyPr vert="horz" anchor="ctr" tIns="45720" lIns="91440" bIns="45720" rIns="91440">
              <a:normAutofit/>
            </a:bodyPr>
            <a:p>
              <a:pPr algn="ctr" marL="0"/>
            </a:p>
          </p:txBody>
        </p:sp>
      </p:grpSp>
      <p:sp>
        <p:nvSpPr>
          <p:cNvPr name="AutoShape 14" id="14"/>
          <p:cNvSpPr/>
          <p:nvPr/>
        </p:nvSpPr>
        <p:spPr>
          <a:xfrm>
            <a:off x="8113866" y="1220830"/>
            <a:ext cx="1854890" cy="438475"/>
          </a:xfrm>
          <a:prstGeom prst="roundRect">
            <a:avLst>
              <a:gd name="adj" fmla="val 50000"/>
            </a:avLst>
          </a:prstGeom>
          <a:solidFill>
            <a:schemeClr val="accent1"/>
          </a:solidFill>
          <a:ln>
            <a:noFill/>
          </a:ln>
          <a:effectLst/>
        </p:spPr>
        <p:txBody>
          <a:bodyPr vert="horz" anchor="ctr" wrap="square" tIns="90000" lIns="91440" bIns="90000" rIns="91440">
            <a:noAutofit/>
          </a:bodyPr>
          <a:p>
            <a:pPr algn="ctr" marL="0"/>
            <a:r>
              <a:rPr lang="en-US" b="true" i="false" sz="1600" baseline="0" u="none">
                <a:solidFill>
                  <a:schemeClr val="lt1"/>
                </a:solidFill>
                <a:latin typeface="Arial"/>
                <a:ea typeface="Arial"/>
              </a:rPr>
              <a:t>03</a:t>
            </a:r>
          </a:p>
        </p:txBody>
      </p:sp>
      <p:grpSp>
        <p:nvGrpSpPr>
          <p:cNvPr name="Group 15" id="15"/>
          <p:cNvGrpSpPr/>
          <p:nvPr/>
        </p:nvGrpSpPr>
        <p:grpSpPr>
          <a:xfrm>
            <a:off x="7642077" y="1659305"/>
            <a:ext cx="139700" cy="139700"/>
            <a:chOff x="1886293" y="4670068"/>
            <a:chExt cx="139700" cy="139700"/>
          </a:xfrm>
        </p:grpSpPr>
        <p:sp>
          <p:nvSpPr>
            <p:cNvPr name="AutoShape 16" id="16"/>
            <p:cNvSpPr/>
            <p:nvPr/>
          </p:nvSpPr>
          <p:spPr>
            <a:xfrm>
              <a:off x="1886293" y="4670068"/>
              <a:ext cx="139700" cy="139700"/>
            </a:xfrm>
            <a:prstGeom prst="ellipse">
              <a:avLst/>
            </a:prstGeom>
            <a:solidFill>
              <a:schemeClr val="accent3">
                <a:alpha val="40000"/>
              </a:schemeClr>
            </a:solidFill>
            <a:ln>
              <a:noFill/>
            </a:ln>
          </p:spPr>
          <p:txBody>
            <a:bodyPr vert="horz" anchor="ctr" tIns="45720" lIns="91440" bIns="45720" rIns="91440">
              <a:normAutofit/>
            </a:bodyPr>
            <a:p>
              <a:pPr algn="ctr" marL="0"/>
            </a:p>
          </p:txBody>
        </p:sp>
        <p:sp>
          <p:nvSpPr>
            <p:cNvPr name="AutoShape 17" id="17"/>
            <p:cNvSpPr/>
            <p:nvPr/>
          </p:nvSpPr>
          <p:spPr>
            <a:xfrm>
              <a:off x="1913018" y="4696793"/>
              <a:ext cx="86250" cy="86250"/>
            </a:xfrm>
            <a:prstGeom prst="ellipse">
              <a:avLst/>
            </a:prstGeom>
            <a:solidFill>
              <a:schemeClr val="accent3"/>
            </a:solidFill>
            <a:ln>
              <a:noFill/>
            </a:ln>
            <a:effectLst>
              <a:outerShdw algn="ctr" blurRad="127000" dir="2700000" dist="63500" rotWithShape="false">
                <a:schemeClr val="accent6">
                  <a:alpha val="40000"/>
                </a:schemeClr>
              </a:outerShdw>
            </a:effectLst>
          </p:spPr>
          <p:txBody>
            <a:bodyPr vert="horz" anchor="ctr" tIns="45720" lIns="91440" bIns="45720" rIns="91440">
              <a:normAutofit/>
            </a:bodyPr>
            <a:p>
              <a:pPr algn="ctr" marL="0"/>
            </a:p>
          </p:txBody>
        </p:sp>
      </p:grpSp>
      <p:cxnSp>
        <p:nvCxnSpPr>
          <p:cNvPr name="Connector 18" id="18"/>
          <p:cNvCxnSpPr/>
          <p:nvPr/>
        </p:nvCxnSpPr>
        <p:spPr>
          <a:xfrm>
            <a:off x="7695002" y="1687319"/>
            <a:ext cx="0" cy="3778487"/>
          </a:xfrm>
          <a:prstGeom prst="line">
            <a:avLst/>
          </a:prstGeom>
          <a:ln w="9525">
            <a:solidFill>
              <a:schemeClr val="accent1">
                <a:alpha val="50000"/>
              </a:schemeClr>
            </a:solidFill>
            <a:prstDash val="sysDash"/>
          </a:ln>
        </p:spPr>
      </p:cxnSp>
      <p:sp>
        <p:nvSpPr>
          <p:cNvPr name="TextBox 19" id="19"/>
          <p:cNvSpPr txBox="true"/>
          <p:nvPr/>
        </p:nvSpPr>
        <p:spPr>
          <a:xfrm>
            <a:off x="2006499" y="3258432"/>
            <a:ext cx="257183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rgbClr val="FFFFFF"/>
                </a:solidFill>
                <a:latin typeface="微软雅黑"/>
                <a:ea typeface="微软雅黑"/>
              </a:rPr>
              <a:t>Downloading Images</a:t>
            </a:r>
            <a:endParaRPr lang="en-US" sz="1100"/>
          </a:p>
        </p:txBody>
      </p:sp>
      <p:sp>
        <p:nvSpPr>
          <p:cNvPr name="AutoShape 20" id="20"/>
          <p:cNvSpPr/>
          <p:nvPr/>
        </p:nvSpPr>
        <p:spPr>
          <a:xfrm>
            <a:off x="4889346" y="3064387"/>
            <a:ext cx="2571835" cy="2298266"/>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effectLst/>
                <a:latin typeface="微软雅黑"/>
                <a:ea typeface="微软雅黑"/>
              </a:rPr>
              <a:t>Users can instruct the AI agent to scrape specific content from designated web pages. This feature is invaluable for research, competitive analysis, or generating insights, as it allows for the extraction of structured data without manual effort.</a:t>
            </a:r>
          </a:p>
        </p:txBody>
      </p:sp>
      <p:sp>
        <p:nvSpPr>
          <p:cNvPr name="TextBox 21" id="21"/>
          <p:cNvSpPr txBox="true"/>
          <p:nvPr/>
        </p:nvSpPr>
        <p:spPr>
          <a:xfrm>
            <a:off x="4889346" y="2548005"/>
            <a:ext cx="257183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rgbClr val="FFFFFF"/>
                </a:solidFill>
                <a:latin typeface="微软雅黑"/>
                <a:ea typeface="微软雅黑"/>
              </a:rPr>
              <a:t>Scraping Web Content</a:t>
            </a:r>
            <a:endParaRPr lang="en-US" sz="1100"/>
          </a:p>
        </p:txBody>
      </p:sp>
      <p:sp>
        <p:nvSpPr>
          <p:cNvPr name="AutoShape 22" id="22"/>
          <p:cNvSpPr/>
          <p:nvPr/>
        </p:nvSpPr>
        <p:spPr>
          <a:xfrm>
            <a:off x="7815348" y="2402087"/>
            <a:ext cx="2571835" cy="2298266"/>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effectLst/>
                <a:latin typeface="微软雅黑"/>
                <a:ea typeface="微软雅黑"/>
              </a:rPr>
              <a:t>Routine browsing tasks that typically consume significant time can be automated, allowing users to focus on higher-level activities. The AI agent can handle repetitive actions such as filling forms or searching for information across multiple sites.</a:t>
            </a:r>
          </a:p>
        </p:txBody>
      </p:sp>
      <p:sp>
        <p:nvSpPr>
          <p:cNvPr name="TextBox 23" id="23"/>
          <p:cNvSpPr txBox="true"/>
          <p:nvPr/>
        </p:nvSpPr>
        <p:spPr>
          <a:xfrm>
            <a:off x="7815348" y="1885705"/>
            <a:ext cx="257183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rgbClr val="FFFFFF"/>
                </a:solidFill>
                <a:latin typeface="微软雅黑"/>
                <a:ea typeface="微软雅黑"/>
              </a:rPr>
              <a:t>Automating Browsing Tasks</a:t>
            </a:r>
            <a:endParaRPr lang="en-US" sz="1100"/>
          </a:p>
        </p:txBody>
      </p:sp>
      <p:grpSp>
        <p:nvGrpSpPr>
          <p:cNvPr name="Group 24" id="24"/>
          <p:cNvGrpSpPr/>
          <p:nvPr/>
        </p:nvGrpSpPr>
        <p:grpSpPr>
          <a:xfrm rot="405838">
            <a:off x="1901579" y="3130561"/>
            <a:ext cx="8929531" cy="3610665"/>
            <a:chOff x="1785483" y="1336696"/>
            <a:chExt cx="7702756" cy="3929491"/>
          </a:xfrm>
        </p:grpSpPr>
        <p:sp>
          <p:nvSpPr>
            <p:cNvPr name="Freeform 25" id="25"/>
            <p:cNvSpPr/>
            <p:nvPr/>
          </p:nvSpPr>
          <p:spPr>
            <a:xfrm>
              <a:off x="1785483" y="1614094"/>
              <a:ext cx="7550848" cy="3652093"/>
            </a:xfrm>
            <a:custGeom>
              <a:avLst/>
              <a:gdLst/>
              <a:ahLst/>
              <a:cxnLst/>
              <a:rect r="r" b="b" t="t" l="l"/>
              <a:pathLst>
                <a:path w="7550848" h="3652093" stroke="true" fill="norm" extrusionOk="true">
                  <a:moveTo>
                    <a:pt x="1424" y="3618319"/>
                  </a:moveTo>
                  <a:cubicBezTo>
                    <a:pt x="179089" y="3630541"/>
                    <a:pt x="357295" y="3632900"/>
                    <a:pt x="535220" y="3625383"/>
                  </a:cubicBezTo>
                  <a:cubicBezTo>
                    <a:pt x="2850736" y="3533018"/>
                    <a:pt x="5062424" y="2437037"/>
                    <a:pt x="6669143" y="790200"/>
                  </a:cubicBezTo>
                  <a:cubicBezTo>
                    <a:pt x="6917315" y="538296"/>
                    <a:pt x="7153225" y="275103"/>
                    <a:pt x="7376873" y="635"/>
                  </a:cubicBezTo>
                  <a:lnTo>
                    <a:pt x="7550807" y="145912"/>
                  </a:lnTo>
                  <a:cubicBezTo>
                    <a:pt x="7316136" y="419408"/>
                    <a:pt x="7069164" y="681534"/>
                    <a:pt x="6809889" y="932278"/>
                  </a:cubicBezTo>
                  <a:cubicBezTo>
                    <a:pt x="5142394" y="2558191"/>
                    <a:pt x="2879658" y="3616586"/>
                    <a:pt x="535887" y="3652040"/>
                  </a:cubicBezTo>
                  <a:cubicBezTo>
                    <a:pt x="357006" y="3655038"/>
                    <a:pt x="178094" y="3648241"/>
                    <a:pt x="-42" y="3631647"/>
                  </a:cubicBezTo>
                  <a:lnTo>
                    <a:pt x="1424" y="3618319"/>
                  </a:lnTo>
                  <a:close/>
                </a:path>
              </a:pathLst>
            </a:custGeom>
            <a:gradFill>
              <a:gsLst>
                <a:gs pos="0">
                  <a:srgbClr val="BE02DB">
                    <a:alpha val="0"/>
                  </a:srgbClr>
                </a:gs>
                <a:gs pos="77000">
                  <a:srgbClr val="BE02DB"/>
                </a:gs>
              </a:gsLst>
              <a:lin ang="1200000"/>
            </a:gradFill>
            <a:ln cap="flat">
              <a:noFill/>
              <a:prstDash val="solid"/>
              <a:miter lim="800000"/>
            </a:ln>
          </p:spPr>
          <p:txBody>
            <a:bodyPr vert="horz" anchor="ctr" tIns="45720" lIns="91440" bIns="45720" rIns="91440">
              <a:normAutofit/>
            </a:bodyPr>
            <a:p>
              <a:pPr algn="l" marL="0"/>
            </a:p>
          </p:txBody>
        </p:sp>
        <p:sp>
          <p:nvSpPr>
            <p:cNvPr name="Freeform 26" id="26"/>
            <p:cNvSpPr/>
            <p:nvPr/>
          </p:nvSpPr>
          <p:spPr>
            <a:xfrm rot="698765">
              <a:off x="9002135" y="1336696"/>
              <a:ext cx="486104" cy="570182"/>
            </a:xfrm>
            <a:custGeom>
              <a:avLst/>
              <a:gdLst/>
              <a:ahLst/>
              <a:cxnLst/>
              <a:rect r="r" b="b" t="t" l="l"/>
              <a:pathLst>
                <a:path w="486104" h="570182" stroke="true" fill="norm" extrusionOk="true">
                  <a:moveTo>
                    <a:pt x="0" y="223733"/>
                  </a:moveTo>
                  <a:lnTo>
                    <a:pt x="486104" y="570182"/>
                  </a:lnTo>
                  <a:lnTo>
                    <a:pt x="486104" y="0"/>
                  </a:lnTo>
                  <a:lnTo>
                    <a:pt x="0" y="223733"/>
                  </a:lnTo>
                  <a:close/>
                </a:path>
              </a:pathLst>
            </a:custGeom>
            <a:solidFill>
              <a:schemeClr val="accent2"/>
            </a:solidFill>
            <a:ln cap="flat">
              <a:noFill/>
              <a:prstDash val="solid"/>
              <a:miter lim="800000"/>
            </a:ln>
          </p:spPr>
          <p:txBody>
            <a:bodyPr vert="horz" anchor="ctr" tIns="45720" lIns="91440" bIns="45720" rIns="91440">
              <a:normAutofit/>
            </a:bodyPr>
            <a:p>
              <a:pPr algn="l" marL="0"/>
            </a:p>
          </p:txBody>
        </p:sp>
      </p:grpSp>
    </p:spTree>
  </p:cSld>
  <p:clrMapOvr>
    <a:masterClrMapping/>
  </p:clrMapOvr>
  <p:transition spd="slow">
    <p:cover dir="d"/>
  </p:transition>
  <p:timing>
    <p:tnLst>
      <p:par>
        <p:cTn id="20110" dur="indefinite" repeatCount="1000" spd="100%" accel="0%" decel="0%" restart="never" nodeType="tmRoot">
          <p:childTnLst>
            <p:seq concurrent="true" nextAc="seek">
              <p:cTn id="20111" dur="indefinite" repeatCount="1000" spd="100%" accel="0%" decel="0%" nodeType="mainSeq">
                <p:childTnLst>
                  <p:par>
                    <p:cTn id="20112" repeatCount="1000" spd="100%" accel="0%" decel="0%" fill="hold">
                      <p:stCondLst>
                        <p:cond delay="indefinite"/>
                        <p:cond evt="onBegin" delay="0">
                          <p:tn val="20111"/>
                        </p:cond>
                      </p:stCondLst>
                      <p:childTnLst>
                        <p:par>
                          <p:cTn id="20113" repeatCount="1000" spd="100%" decel="0%" fill="hold">
                            <p:stCondLst>
                              <p:cond delay="0"/>
                            </p:stCondLst>
                            <p:childTnLst>
                              <p:par>
                                <p:cTn id="20114" presetID="23" presetClass="entr" presetSubtype="16" repeatCount="1000" spd="100%" decel="0%" fill="hold" nodeType="afterEffect">
                                  <p:stCondLst>
                                    <p:cond delay="0"/>
                                  </p:stCondLst>
                                  <p:childTnLst>
                                    <p:anim calcmode="lin" valueType="num">
                                      <p:cBhvr>
                                        <p:cTn id="20115" dur="500" repeatCount="1000" spd="100%" accel="0%" decel="0%" fill="hold"/>
                                        <p:tgtEl>
                                          <p:spTgt spid="2"/>
                                        </p:tgtEl>
                                        <p:attrNameLst>
                                          <p:attrName>ppt_w</p:attrName>
                                        </p:attrNameLst>
                                      </p:cBhvr>
                                      <p:tavLst>
                                        <p:tav fmla="" tm="0">
                                          <p:val>
                                            <p:fltVal val="0.0"/>
                                          </p:val>
                                        </p:tav>
                                        <p:tav fmla="" tm="100000">
                                          <p:val>
                                            <p:strVal val="#ppt_w"/>
                                          </p:val>
                                        </p:tav>
                                      </p:tavLst>
                                    </p:anim>
                                    <p:anim calcmode="lin" valueType="num">
                                      <p:cBhvr>
                                        <p:cTn id="20116" dur="500" repeatCount="1000" spd="100%" accel="0%" decel="0%" fill="hold"/>
                                        <p:tgtEl>
                                          <p:spTgt spid="2"/>
                                        </p:tgtEl>
                                        <p:attrNameLst>
                                          <p:attrName>ppt_h</p:attrName>
                                        </p:attrNameLst>
                                      </p:cBhvr>
                                      <p:tavLst>
                                        <p:tav fmla="" tm="0">
                                          <p:val>
                                            <p:fltVal val="0.0"/>
                                          </p:val>
                                        </p:tav>
                                        <p:tav fmla="" tm="100000">
                                          <p:val>
                                            <p:strVal val="#ppt_h"/>
                                          </p:val>
                                        </p:tav>
                                      </p:tavLst>
                                    </p:anim>
                                    <p:set>
                                      <p:cBhvr>
                                        <p:cTn id="20117" dur="1" repeatCount="1000" spd="100%" accel="0%" decel="0%" fill="hold">
                                          <p:stCondLst>
                                            <p:cond delay="0"/>
                                          </p:stCondLst>
                                        </p:cTn>
                                        <p:tgtEl>
                                          <p:spTgt spid="2"/>
                                        </p:tgtEl>
                                        <p:attrNameLst>
                                          <p:attrName>style.visibility</p:attrName>
                                        </p:attrNameLst>
                                      </p:cBhvr>
                                      <p:to>
                                        <p:strVal val="visible"/>
                                      </p:to>
                                    </p:set>
                                  </p:childTnLst>
                                </p:cTn>
                              </p:par>
                            </p:childTnLst>
                          </p:cTn>
                        </p:par>
                        <p:par>
                          <p:cTn id="20118" repeatCount="1000" spd="100%" decel="0%" fill="hold">
                            <p:stCondLst>
                              <p:cond delay="0"/>
                            </p:stCondLst>
                            <p:childTnLst>
                              <p:par>
                                <p:cTn id="20119" presetID="1" presetClass="entr" presetSubtype="0" repeatCount="1000" spd="100%" decel="0%" fill="hold" nodeType="afterEffect">
                                  <p:stCondLst>
                                    <p:cond delay="0"/>
                                  </p:stCondLst>
                                  <p:childTnLst>
                                    <p:set>
                                      <p:cBhvr>
                                        <p:cTn id="20120" dur="1" repeatCount="1000" spd="100%" accel="0%" decel="0%" fill="hold">
                                          <p:stCondLst>
                                            <p:cond delay="0"/>
                                          </p:stCondLst>
                                        </p:cTn>
                                        <p:tgtEl>
                                          <p:spTgt spid="3"/>
                                        </p:tgtEl>
                                        <p:attrNameLst>
                                          <p:attrName>style.visibility</p:attrName>
                                        </p:attrNameLst>
                                      </p:cBhvr>
                                      <p:to>
                                        <p:strVal val="visible"/>
                                      </p:to>
                                    </p:set>
                                  </p:childTnLst>
                                </p:cTn>
                              </p:par>
                            </p:childTnLst>
                          </p:cTn>
                        </p:par>
                        <p:par>
                          <p:cTn id="20121" repeatCount="1000" spd="100%" decel="0%" fill="hold">
                            <p:stCondLst>
                              <p:cond delay="0"/>
                            </p:stCondLst>
                            <p:childTnLst>
                              <p:par>
                                <p:cTn id="20122" presetID="25" presetClass="entr" presetSubtype="0" repeatCount="1000" spd="100%" decel="0%" fill="hold" nodeType="afterEffect">
                                  <p:stCondLst>
                                    <p:cond delay="0"/>
                                  </p:stCondLst>
                                  <p:childTnLst>
                                    <p:anim calcmode="lin" valueType="num">
                                      <p:cBhvr>
                                        <p:cTn id="20124" dur="1000" repeatCount="1000" spd="100%" accel="0%" decel="50000" fill="hold">
                                          <p:stCondLst>
                                            <p:cond delay="0"/>
                                          </p:stCondLst>
                                        </p:cTn>
                                        <p:tgtEl>
                                          <p:spTgt spid="19"/>
                                        </p:tgtEl>
                                        <p:attrNameLst>
                                          <p:attrName>style.rotation</p:attrName>
                                        </p:attrNameLst>
                                      </p:cBhvr>
                                      <p:tavLst>
                                        <p:tav fmla="" tm="0">
                                          <p:val>
                                            <p:fltVal val="-90.0"/>
                                          </p:val>
                                        </p:tav>
                                        <p:tav fmla="" tm="100000">
                                          <p:val>
                                            <p:fltVal val="0.0"/>
                                          </p:val>
                                        </p:tav>
                                      </p:tavLst>
                                    </p:anim>
                                    <p:anim calcmode="lin" valueType="num">
                                      <p:cBhvr>
                                        <p:cTn id="20125" dur="1000" repeatCount="1000" spd="100%" accel="0%" decel="50000" fill="hold">
                                          <p:stCondLst>
                                            <p:cond delay="0"/>
                                          </p:stCondLst>
                                        </p:cTn>
                                        <p:tgtEl>
                                          <p:spTgt spid="19"/>
                                        </p:tgtEl>
                                        <p:attrNameLst>
                                          <p:attrName>ppt_w</p:attrName>
                                        </p:attrNameLst>
                                      </p:cBhvr>
                                      <p:tavLst>
                                        <p:tav fmla="" tm="0">
                                          <p:val>
                                            <p:strVal val="#ppt_w"/>
                                          </p:val>
                                        </p:tav>
                                        <p:tav fmla="" tm="100000">
                                          <p:val>
                                            <p:strVal val="#ppt_w*.05"/>
                                          </p:val>
                                        </p:tav>
                                      </p:tavLst>
                                    </p:anim>
                                    <p:anim calcmode="lin" valueType="num">
                                      <p:cBhvr>
                                        <p:cTn id="20126" dur="1000" repeatCount="1000" spd="100%" accel="50000" decel="0%" fill="hold">
                                          <p:stCondLst>
                                            <p:cond delay="500"/>
                                          </p:stCondLst>
                                        </p:cTn>
                                        <p:tgtEl>
                                          <p:spTgt spid="19"/>
                                        </p:tgtEl>
                                        <p:attrNameLst>
                                          <p:attrName>ppt_w</p:attrName>
                                        </p:attrNameLst>
                                      </p:cBhvr>
                                      <p:tavLst>
                                        <p:tav fmla="" tm="0">
                                          <p:val>
                                            <p:strVal val="#ppt_w*.05"/>
                                          </p:val>
                                        </p:tav>
                                        <p:tav fmla="" tm="100000">
                                          <p:val>
                                            <p:strVal val="#ppt_w"/>
                                          </p:val>
                                        </p:tav>
                                      </p:tavLst>
                                    </p:anim>
                                    <p:anim calcmode="lin" valueType="num">
                                      <p:cBhvr>
                                        <p:cTn id="20127" dur="1000" repeatCount="1000" spd="100%" accel="0%" decel="0%" fill="hold"/>
                                        <p:tgtEl>
                                          <p:spTgt spid="19"/>
                                        </p:tgtEl>
                                        <p:attrNameLst>
                                          <p:attrName>ppt_h</p:attrName>
                                        </p:attrNameLst>
                                      </p:cBhvr>
                                      <p:tavLst>
                                        <p:tav fmla="" tm="0">
                                          <p:val>
                                            <p:strVal val="#ppt_h"/>
                                          </p:val>
                                        </p:tav>
                                        <p:tav fmla="" tm="100000">
                                          <p:val>
                                            <p:strVal val="#ppt_h"/>
                                          </p:val>
                                        </p:tav>
                                      </p:tavLst>
                                    </p:anim>
                                    <p:anim calcmode="lin" valueType="num">
                                      <p:cBhvr>
                                        <p:cTn id="20128" dur="1000" repeatCount="1000" spd="100%" accel="0%" decel="50000" fill="hold">
                                          <p:stCondLst>
                                            <p:cond delay="0"/>
                                          </p:stCondLst>
                                        </p:cTn>
                                        <p:tgtEl>
                                          <p:spTgt spid="19"/>
                                        </p:tgtEl>
                                        <p:attrNameLst>
                                          <p:attrName>ppt_x</p:attrName>
                                        </p:attrNameLst>
                                      </p:cBhvr>
                                      <p:tavLst>
                                        <p:tav fmla="" tm="0">
                                          <p:val>
                                            <p:strVal val="#ppt_x+.4"/>
                                          </p:val>
                                        </p:tav>
                                        <p:tav fmla="" tm="100000">
                                          <p:val>
                                            <p:strVal val="#ppt_x"/>
                                          </p:val>
                                        </p:tav>
                                      </p:tavLst>
                                    </p:anim>
                                    <p:anim calcmode="lin" valueType="num">
                                      <p:cBhvr>
                                        <p:cTn id="20129" dur="1000" repeatCount="1000" spd="100%" accel="0%" decel="50000" fill="hold">
                                          <p:stCondLst>
                                            <p:cond delay="0"/>
                                          </p:stCondLst>
                                        </p:cTn>
                                        <p:tgtEl>
                                          <p:spTgt spid="19"/>
                                        </p:tgtEl>
                                        <p:attrNameLst>
                                          <p:attrName>ppt_y</p:attrName>
                                        </p:attrNameLst>
                                      </p:cBhvr>
                                      <p:tavLst>
                                        <p:tav fmla="" tm="0">
                                          <p:val>
                                            <p:strVal val="#ppt_y-.2"/>
                                          </p:val>
                                        </p:tav>
                                        <p:tav fmla="" tm="100000">
                                          <p:val>
                                            <p:strVal val="#ppt_y+.1"/>
                                          </p:val>
                                        </p:tav>
                                      </p:tavLst>
                                    </p:anim>
                                    <p:anim calcmode="lin" valueType="num">
                                      <p:cBhvr>
                                        <p:cTn id="20130" dur="1000" repeatCount="1000" spd="100%" accel="50000" decel="0%" fill="hold">
                                          <p:stCondLst>
                                            <p:cond delay="500"/>
                                          </p:stCondLst>
                                        </p:cTn>
                                        <p:tgtEl>
                                          <p:spTgt spid="19"/>
                                        </p:tgtEl>
                                        <p:attrNameLst>
                                          <p:attrName>ppt_y</p:attrName>
                                        </p:attrNameLst>
                                      </p:cBhvr>
                                      <p:tavLst>
                                        <p:tav fmla="" tm="0">
                                          <p:val>
                                            <p:strVal val="#ppt_y+.1"/>
                                          </p:val>
                                        </p:tav>
                                        <p:tav fmla="" tm="100000">
                                          <p:val>
                                            <p:strVal val="#ppt_y"/>
                                          </p:val>
                                        </p:tav>
                                      </p:tavLst>
                                    </p:anim>
                                    <p:animEffect filter="fade" transition="in">
                                      <p:cBhvr>
                                        <p:cTn id="20123" dur="1000" repeatCount="1000" spd="100%" accel="0%" decel="50000">
                                          <p:stCondLst>
                                            <p:cond delay="0"/>
                                          </p:stCondLst>
                                        </p:cTn>
                                        <p:tgtEl>
                                          <p:spTgt spid="19"/>
                                        </p:tgtEl>
                                      </p:cBhvr>
                                    </p:animEffect>
                                    <p:set>
                                      <p:cBhvr>
                                        <p:cTn id="20131" dur="1" repeatCount="1000" spd="100%" accel="0%" decel="0%" fill="hold">
                                          <p:stCondLst>
                                            <p:cond delay="0"/>
                                          </p:stCondLst>
                                        </p:cTn>
                                        <p:tgtEl>
                                          <p:spTgt spid="19"/>
                                        </p:tgtEl>
                                        <p:attrNameLst>
                                          <p:attrName>style.visibility</p:attrName>
                                        </p:attrNameLst>
                                      </p:cBhvr>
                                      <p:to>
                                        <p:strVal val="visible"/>
                                      </p:to>
                                    </p:set>
                                  </p:childTnLst>
                                </p:cTn>
                              </p:par>
                            </p:childTnLst>
                          </p:cTn>
                        </p:par>
                        <p:par>
                          <p:cTn id="20132" repeatCount="1000" spd="100%" decel="0%" fill="hold">
                            <p:stCondLst>
                              <p:cond delay="0"/>
                            </p:stCondLst>
                            <p:childTnLst>
                              <p:par>
                                <p:cTn id="20133" presetID="2" presetClass="entr" presetSubtype="3" repeatCount="1000" spd="100%" decel="0%" fill="hold" nodeType="afterEffect">
                                  <p:stCondLst>
                                    <p:cond delay="0"/>
                                  </p:stCondLst>
                                  <p:childTnLst>
                                    <p:anim calcmode="lin" valueType="num">
                                      <p:cBhvr additive="base">
                                        <p:cTn id="20134" dur="1000" repeatCount="1000" spd="100%" accel="0%" decel="0%" fill="hold"/>
                                        <p:tgtEl>
                                          <p:spTgt spid="4"/>
                                        </p:tgtEl>
                                        <p:attrNameLst>
                                          <p:attrName>ppt_x</p:attrName>
                                        </p:attrNameLst>
                                      </p:cBhvr>
                                      <p:tavLst>
                                        <p:tav fmla="" tm="0">
                                          <p:val>
                                            <p:strVal val="1+#ppt_w/2"/>
                                          </p:val>
                                        </p:tav>
                                        <p:tav fmla="" tm="100000">
                                          <p:val>
                                            <p:strVal val="#ppt_x"/>
                                          </p:val>
                                        </p:tav>
                                      </p:tavLst>
                                    </p:anim>
                                    <p:anim calcmode="lin" valueType="num">
                                      <p:cBhvr additive="base">
                                        <p:cTn id="20135" dur="1000" repeatCount="1000" spd="100%" accel="0%" decel="0%" fill="hold"/>
                                        <p:tgtEl>
                                          <p:spTgt spid="4"/>
                                        </p:tgtEl>
                                        <p:attrNameLst>
                                          <p:attrName>ppt_y</p:attrName>
                                        </p:attrNameLst>
                                      </p:cBhvr>
                                      <p:tavLst>
                                        <p:tav fmla="" tm="0">
                                          <p:val>
                                            <p:strVal val="0-#ppt_h/2"/>
                                          </p:val>
                                        </p:tav>
                                        <p:tav fmla="" tm="100000">
                                          <p:val>
                                            <p:strVal val="#ppt_y"/>
                                          </p:val>
                                        </p:tav>
                                      </p:tavLst>
                                    </p:anim>
                                    <p:set>
                                      <p:cBhvr>
                                        <p:cTn id="20136" dur="1000" repeatCount="1000" spd="100%" accel="0%" decel="0%" fill="hold">
                                          <p:stCondLst>
                                            <p:cond delay="0"/>
                                          </p:stCondLst>
                                        </p:cTn>
                                        <p:tgtEl>
                                          <p:spTgt spid="4"/>
                                        </p:tgtEl>
                                        <p:attrNameLst>
                                          <p:attrName>style.visibility</p:attrName>
                                        </p:attrNameLst>
                                      </p:cBhvr>
                                      <p:to>
                                        <p:strVal val="visible"/>
                                      </p:to>
                                    </p:set>
                                  </p:childTnLst>
                                </p:cTn>
                              </p:par>
                            </p:childTnLst>
                          </p:cTn>
                        </p:par>
                        <p:par>
                          <p:cTn id="20137" repeatCount="1000" spd="100%" decel="0%" fill="hold">
                            <p:stCondLst>
                              <p:cond delay="0"/>
                            </p:stCondLst>
                            <p:childTnLst>
                              <p:par>
                                <p:cTn id="20138" presetID="1" presetClass="entr" presetSubtype="0" repeatCount="1000" spd="100%" decel="0%" fill="hold" nodeType="afterEffect">
                                  <p:stCondLst>
                                    <p:cond delay="0"/>
                                  </p:stCondLst>
                                  <p:childTnLst>
                                    <p:set>
                                      <p:cBhvr>
                                        <p:cTn id="20139" dur="1" repeatCount="1000" spd="100%" accel="0%" decel="0%" fill="hold">
                                          <p:stCondLst>
                                            <p:cond delay="0"/>
                                          </p:stCondLst>
                                        </p:cTn>
                                        <p:tgtEl>
                                          <p:spTgt spid="10"/>
                                        </p:tgtEl>
                                        <p:attrNameLst>
                                          <p:attrName>style.visibility</p:attrName>
                                        </p:attrNameLst>
                                      </p:cBhvr>
                                      <p:to>
                                        <p:strVal val="visible"/>
                                      </p:to>
                                    </p:set>
                                  </p:childTnLst>
                                </p:cTn>
                              </p:par>
                            </p:childTnLst>
                          </p:cTn>
                        </p:par>
                        <p:par>
                          <p:cTn id="20140" repeatCount="1000" spd="100%" decel="0%" fill="hold">
                            <p:stCondLst>
                              <p:cond delay="0"/>
                            </p:stCondLst>
                            <p:childTnLst>
                              <p:par>
                                <p:cTn id="20141" presetID="14" presetClass="entr" presetSubtype="10" repeatCount="1000" spd="100%" decel="0%" fill="hold" nodeType="afterEffect">
                                  <p:stCondLst>
                                    <p:cond delay="0"/>
                                  </p:stCondLst>
                                  <p:childTnLst>
                                    <p:animEffect filter="randombar(horizontal)" transition="in">
                                      <p:cBhvr>
                                        <p:cTn id="20142" dur="1000" repeatCount="1000" spd="100%" accel="0%" decel="0%"/>
                                        <p:tgtEl>
                                          <p:spTgt spid="21"/>
                                        </p:tgtEl>
                                      </p:cBhvr>
                                    </p:animEffect>
                                    <p:set>
                                      <p:cBhvr>
                                        <p:cTn id="20143" dur="1000" repeatCount="1000" spd="100%" accel="0%" decel="0%" fill="hold">
                                          <p:stCondLst>
                                            <p:cond delay="0"/>
                                          </p:stCondLst>
                                        </p:cTn>
                                        <p:tgtEl>
                                          <p:spTgt spid="21"/>
                                        </p:tgtEl>
                                        <p:attrNameLst>
                                          <p:attrName>style.visibility</p:attrName>
                                        </p:attrNameLst>
                                      </p:cBhvr>
                                      <p:to>
                                        <p:strVal val="visible"/>
                                      </p:to>
                                    </p:set>
                                  </p:childTnLst>
                                </p:cTn>
                              </p:par>
                            </p:childTnLst>
                          </p:cTn>
                        </p:par>
                        <p:par>
                          <p:cTn id="20144" repeatCount="1000" spd="100%" decel="0%" fill="hold">
                            <p:stCondLst>
                              <p:cond delay="0"/>
                            </p:stCondLst>
                            <p:childTnLst>
                              <p:par>
                                <p:cTn id="20145" presetID="2" presetClass="entr" presetSubtype="9" repeatCount="1000" spd="100%" decel="0%" fill="hold" nodeType="afterEffect">
                                  <p:stCondLst>
                                    <p:cond delay="0"/>
                                  </p:stCondLst>
                                  <p:childTnLst>
                                    <p:anim calcmode="lin" valueType="num">
                                      <p:cBhvr additive="base">
                                        <p:cTn id="20146" dur="1000" repeatCount="1000" spd="100%" accel="0%" decel="0%" fill="hold"/>
                                        <p:tgtEl>
                                          <p:spTgt spid="20"/>
                                        </p:tgtEl>
                                        <p:attrNameLst>
                                          <p:attrName>ppt_x</p:attrName>
                                        </p:attrNameLst>
                                      </p:cBhvr>
                                      <p:tavLst>
                                        <p:tav fmla="" tm="0">
                                          <p:val>
                                            <p:strVal val="0-#ppt_w/2"/>
                                          </p:val>
                                        </p:tav>
                                        <p:tav fmla="" tm="100000">
                                          <p:val>
                                            <p:strVal val="#ppt_x"/>
                                          </p:val>
                                        </p:tav>
                                      </p:tavLst>
                                    </p:anim>
                                    <p:anim calcmode="lin" valueType="num">
                                      <p:cBhvr additive="base">
                                        <p:cTn id="20147" dur="1000" repeatCount="1000" spd="100%" accel="0%" decel="0%" fill="hold"/>
                                        <p:tgtEl>
                                          <p:spTgt spid="20"/>
                                        </p:tgtEl>
                                        <p:attrNameLst>
                                          <p:attrName>ppt_y</p:attrName>
                                        </p:attrNameLst>
                                      </p:cBhvr>
                                      <p:tavLst>
                                        <p:tav fmla="" tm="0">
                                          <p:val>
                                            <p:strVal val="0-#ppt_h/2"/>
                                          </p:val>
                                        </p:tav>
                                        <p:tav fmla="" tm="100000">
                                          <p:val>
                                            <p:strVal val="#ppt_y"/>
                                          </p:val>
                                        </p:tav>
                                      </p:tavLst>
                                    </p:anim>
                                    <p:set>
                                      <p:cBhvr>
                                        <p:cTn id="20148" dur="1000" repeatCount="1000" spd="100%" accel="0%" decel="0%" fill="hold">
                                          <p:stCondLst>
                                            <p:cond delay="0"/>
                                          </p:stCondLst>
                                        </p:cTn>
                                        <p:tgtEl>
                                          <p:spTgt spid="20"/>
                                        </p:tgtEl>
                                        <p:attrNameLst>
                                          <p:attrName>style.visibility</p:attrName>
                                        </p:attrNameLst>
                                      </p:cBhvr>
                                      <p:to>
                                        <p:strVal val="visible"/>
                                      </p:to>
                                    </p:set>
                                  </p:childTnLst>
                                </p:cTn>
                              </p:par>
                            </p:childTnLst>
                          </p:cTn>
                        </p:par>
                        <p:par>
                          <p:cTn id="20149" repeatCount="1000" spd="100%" decel="0%" fill="hold">
                            <p:stCondLst>
                              <p:cond delay="0"/>
                            </p:stCondLst>
                            <p:childTnLst>
                              <p:par>
                                <p:cTn id="20150" presetID="1" presetClass="entr" presetSubtype="0" repeatCount="1000" spd="100%" decel="0%" fill="hold" nodeType="afterEffect">
                                  <p:stCondLst>
                                    <p:cond delay="0"/>
                                  </p:stCondLst>
                                  <p:childTnLst>
                                    <p:set>
                                      <p:cBhvr>
                                        <p:cTn id="20151" dur="1" repeatCount="1000" spd="100%" accel="0%" decel="0%" fill="hold">
                                          <p:stCondLst>
                                            <p:cond delay="0"/>
                                          </p:stCondLst>
                                        </p:cTn>
                                        <p:tgtEl>
                                          <p:spTgt spid="14"/>
                                        </p:tgtEl>
                                        <p:attrNameLst>
                                          <p:attrName>style.visibility</p:attrName>
                                        </p:attrNameLst>
                                      </p:cBhvr>
                                      <p:to>
                                        <p:strVal val="visible"/>
                                      </p:to>
                                    </p:set>
                                  </p:childTnLst>
                                </p:cTn>
                              </p:par>
                            </p:childTnLst>
                          </p:cTn>
                        </p:par>
                        <p:par>
                          <p:cTn id="20152" repeatCount="1000" spd="100%" decel="0%" fill="hold">
                            <p:stCondLst>
                              <p:cond delay="0"/>
                            </p:stCondLst>
                            <p:childTnLst>
                              <p:par>
                                <p:cTn id="20153" presetID="30" presetClass="entr" presetSubtype="0" repeatCount="1000" spd="100%" decel="0%" fill="hold" nodeType="afterEffect">
                                  <p:stCondLst>
                                    <p:cond delay="0"/>
                                  </p:stCondLst>
                                  <p:childTnLst>
                                    <p:anim calcmode="lin" valueType="num">
                                      <p:cBhvr>
                                        <p:cTn id="20155" dur="800" repeatCount="1000" spd="100%" accel="0%" decel="100000" fill="hold"/>
                                        <p:tgtEl>
                                          <p:spTgt spid="23"/>
                                        </p:tgtEl>
                                        <p:attrNameLst>
                                          <p:attrName>style.rotation</p:attrName>
                                        </p:attrNameLst>
                                      </p:cBhvr>
                                      <p:tavLst>
                                        <p:tav fmla="" tm="0">
                                          <p:val>
                                            <p:fltVal val="-90.0"/>
                                          </p:val>
                                        </p:tav>
                                        <p:tav fmla="" tm="100000">
                                          <p:val>
                                            <p:fltVal val="0.0"/>
                                          </p:val>
                                        </p:tav>
                                      </p:tavLst>
                                    </p:anim>
                                    <p:anim calcmode="lin" valueType="num">
                                      <p:cBhvr>
                                        <p:cTn id="20156" dur="800" repeatCount="1000" spd="100%" accel="0%" decel="100000" fill="hold"/>
                                        <p:tgtEl>
                                          <p:spTgt spid="23"/>
                                        </p:tgtEl>
                                        <p:attrNameLst>
                                          <p:attrName>ppt_x</p:attrName>
                                        </p:attrNameLst>
                                      </p:cBhvr>
                                      <p:tavLst>
                                        <p:tav fmla="" tm="0">
                                          <p:val>
                                            <p:strVal val="#ppt_x+0.4"/>
                                          </p:val>
                                        </p:tav>
                                        <p:tav fmla="" tm="100000">
                                          <p:val>
                                            <p:strVal val="#ppt_x-0.05"/>
                                          </p:val>
                                        </p:tav>
                                      </p:tavLst>
                                    </p:anim>
                                    <p:anim calcmode="lin" valueType="num">
                                      <p:cBhvr>
                                        <p:cTn id="20157" dur="800" repeatCount="1000" spd="100%" accel="0%" decel="100000" fill="hold"/>
                                        <p:tgtEl>
                                          <p:spTgt spid="23"/>
                                        </p:tgtEl>
                                        <p:attrNameLst>
                                          <p:attrName>ppt_y</p:attrName>
                                        </p:attrNameLst>
                                      </p:cBhvr>
                                      <p:tavLst>
                                        <p:tav fmla="" tm="0">
                                          <p:val>
                                            <p:strVal val="#ppt_y-0.4"/>
                                          </p:val>
                                        </p:tav>
                                        <p:tav fmla="" tm="100000">
                                          <p:val>
                                            <p:strVal val="#ppt_y+0.1"/>
                                          </p:val>
                                        </p:tav>
                                      </p:tavLst>
                                    </p:anim>
                                    <p:anim calcmode="lin" valueType="num">
                                      <p:cBhvr>
                                        <p:cTn id="20158" dur="200" repeatCount="1000" spd="100%" accel="100000" decel="0%" fill="hold">
                                          <p:stCondLst>
                                            <p:cond delay="800"/>
                                          </p:stCondLst>
                                        </p:cTn>
                                        <p:tgtEl>
                                          <p:spTgt spid="23"/>
                                        </p:tgtEl>
                                        <p:attrNameLst>
                                          <p:attrName>ppt_x</p:attrName>
                                        </p:attrNameLst>
                                      </p:cBhvr>
                                      <p:tavLst>
                                        <p:tav fmla="" tm="0">
                                          <p:val>
                                            <p:strVal val="#ppt_x-0.05"/>
                                          </p:val>
                                        </p:tav>
                                        <p:tav fmla="" tm="100000">
                                          <p:val>
                                            <p:strVal val="#ppt_x"/>
                                          </p:val>
                                        </p:tav>
                                      </p:tavLst>
                                    </p:anim>
                                    <p:anim calcmode="lin" valueType="num">
                                      <p:cBhvr>
                                        <p:cTn id="20159" dur="200" repeatCount="1000" spd="100%" accel="100000" decel="0%" fill="hold">
                                          <p:stCondLst>
                                            <p:cond delay="800"/>
                                          </p:stCondLst>
                                        </p:cTn>
                                        <p:tgtEl>
                                          <p:spTgt spid="23"/>
                                        </p:tgtEl>
                                        <p:attrNameLst>
                                          <p:attrName>ppt_y</p:attrName>
                                        </p:attrNameLst>
                                      </p:cBhvr>
                                      <p:tavLst>
                                        <p:tav fmla="" tm="0">
                                          <p:val>
                                            <p:strVal val="#ppt_y+0.1"/>
                                          </p:val>
                                        </p:tav>
                                        <p:tav fmla="" tm="100000">
                                          <p:val>
                                            <p:strVal val="#ppt_y"/>
                                          </p:val>
                                        </p:tav>
                                      </p:tavLst>
                                    </p:anim>
                                    <p:animEffect filter="fade" transition="in">
                                      <p:cBhvr>
                                        <p:cTn id="20154" dur="800" repeatCount="1000" spd="100%" accel="0%" decel="100000"/>
                                        <p:tgtEl>
                                          <p:spTgt spid="23"/>
                                        </p:tgtEl>
                                      </p:cBhvr>
                                    </p:animEffect>
                                    <p:set>
                                      <p:cBhvr>
                                        <p:cTn id="20160" dur="1" repeatCount="1000" spd="100%" accel="0%" decel="0%" fill="hold">
                                          <p:stCondLst>
                                            <p:cond delay="0"/>
                                          </p:stCondLst>
                                        </p:cTn>
                                        <p:tgtEl>
                                          <p:spTgt spid="23"/>
                                        </p:tgtEl>
                                        <p:attrNameLst>
                                          <p:attrName>style.visibility</p:attrName>
                                        </p:attrNameLst>
                                      </p:cBhvr>
                                      <p:to>
                                        <p:strVal val="visible"/>
                                      </p:to>
                                    </p:set>
                                  </p:childTnLst>
                                </p:cTn>
                              </p:par>
                            </p:childTnLst>
                          </p:cTn>
                        </p:par>
                        <p:par>
                          <p:cTn id="20161" repeatCount="1000" spd="100%" decel="0%" fill="hold">
                            <p:stCondLst>
                              <p:cond delay="0"/>
                            </p:stCondLst>
                            <p:childTnLst>
                              <p:par>
                                <p:cTn id="20162" presetID="21" presetClass="entr" presetSubtype="1" repeatCount="1000" spd="100%" decel="0%" fill="hold" nodeType="afterEffect">
                                  <p:stCondLst>
                                    <p:cond delay="0"/>
                                  </p:stCondLst>
                                  <p:childTnLst>
                                    <p:animEffect filter="wheel(1)" transition="in">
                                      <p:cBhvr>
                                        <p:cTn id="20163" dur="1000" repeatCount="1000" spd="100%" accel="0%" decel="0%"/>
                                        <p:tgtEl>
                                          <p:spTgt spid="22"/>
                                        </p:tgtEl>
                                      </p:cBhvr>
                                    </p:animEffect>
                                    <p:set>
                                      <p:cBhvr>
                                        <p:cTn id="20164" dur="1000" repeatCount="1000" spd="100%" accel="0%" decel="0%"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Competitor Analysis</a:t>
            </a:r>
          </a:p>
        </p:txBody>
      </p:sp>
      <p:sp>
        <p:nvSpPr>
          <p:cNvPr name="AutoShape 3" id="3"/>
          <p:cNvSpPr/>
          <p:nvPr/>
        </p:nvSpPr>
        <p:spPr>
          <a:xfrm>
            <a:off x="4253306" y="0"/>
            <a:ext cx="3672688" cy="6858000"/>
          </a:xfrm>
          <a:prstGeom prst="rect">
            <a:avLst/>
          </a:prstGeom>
          <a:solidFill>
            <a:srgbClr val="FFFFFF">
              <a:alpha val="5000"/>
              <a:lumMod val="50000"/>
              <a:lumOff val="50000"/>
            </a:srgbClr>
          </a:solidFill>
          <a:ln>
            <a:noFill/>
          </a:ln>
        </p:spPr>
        <p:txBody>
          <a:bodyPr vert="horz" anchor="ctr" tIns="45720" lIns="91440" bIns="45720" rIns="91440">
            <a:normAutofit/>
          </a:bodyPr>
          <a:p>
            <a:pPr algn="ctr" marL="0"/>
          </a:p>
        </p:txBody>
      </p:sp>
      <p:sp>
        <p:nvSpPr>
          <p:cNvPr name="TextBox 4" id="4"/>
          <p:cNvSpPr txBox="true"/>
          <p:nvPr/>
        </p:nvSpPr>
        <p:spPr>
          <a:xfrm>
            <a:off x="815483" y="2001128"/>
            <a:ext cx="755335" cy="707886"/>
          </a:xfrm>
          <a:prstGeom prst="rect">
            <a:avLst/>
          </a:prstGeom>
          <a:noFill/>
        </p:spPr>
        <p:txBody>
          <a:bodyPr anchor="t" rtlCol="false" vert="horz" wrap="none" tIns="45720" lIns="91440" bIns="45720" rIns="91440">
            <a:spAutoFit/>
          </a:bodyPr>
          <a:lstStyle/>
          <a:p>
            <a:pPr algn="l" marL="0">
              <a:defRPr/>
            </a:pPr>
            <a:r>
              <a:rPr lang="en-US" b="true" i="false" sz="4000" baseline="0" u="none">
                <a:gradFill>
                  <a:gsLst>
                    <a:gs pos="0">
                      <a:srgbClr val="01EEE6">
                        <a:lumMod val="60000"/>
                        <a:lumOff val="40000"/>
                      </a:srgbClr>
                    </a:gs>
                    <a:gs pos="61062">
                      <a:srgbClr val="01EEE6"/>
                    </a:gs>
                  </a:gsLst>
                  <a:lin ang="2700000"/>
                </a:gradFill>
                <a:effectLst>
                  <a:outerShdw algn="ctr" blurRad="76200" dir="5400000" dist="50800" rotWithShape="false">
                    <a:schemeClr val="accent3">
                      <a:alpha val="20000"/>
                    </a:schemeClr>
                  </a:outerShdw>
                </a:effectLst>
                <a:latin typeface="Arial"/>
                <a:ea typeface="Arial"/>
              </a:rPr>
              <a:t>01</a:t>
            </a:r>
            <a:endParaRPr lang="en-US" sz="1100"/>
          </a:p>
        </p:txBody>
      </p:sp>
      <p:sp>
        <p:nvSpPr>
          <p:cNvPr name="AutoShape 5" id="5"/>
          <p:cNvSpPr/>
          <p:nvPr/>
        </p:nvSpPr>
        <p:spPr>
          <a:xfrm>
            <a:off x="813895" y="3668995"/>
            <a:ext cx="3234731" cy="1400384"/>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rgbClr val="FFFFFF"/>
                </a:solidFill>
                <a:latin typeface="微软雅黑"/>
                <a:ea typeface="微软雅黑"/>
              </a:rPr>
              <a:t>The Abacus AI agent can analyze competitors' SEO strategies by reviewing their web content and metadata. Users benefit from insights into how top-ranking pages are structured, enabling them to refine their own SEO efforts.</a:t>
            </a:r>
          </a:p>
        </p:txBody>
      </p:sp>
      <p:sp>
        <p:nvSpPr>
          <p:cNvPr name="TextBox 6" id="6"/>
          <p:cNvSpPr txBox="true"/>
          <p:nvPr/>
        </p:nvSpPr>
        <p:spPr>
          <a:xfrm>
            <a:off x="815483" y="3035116"/>
            <a:ext cx="3233144" cy="338554"/>
          </a:xfrm>
          <a:prstGeom prst="rect">
            <a:avLst/>
          </a:prstGeom>
          <a:noFill/>
        </p:spPr>
        <p:txBody>
          <a:bodyPr anchor="t" rtlCol="false" vert="horz" wrap="square" tIns="45720" lIns="91440" bIns="45720" rIns="91440">
            <a:spAutoFit/>
          </a:bodyPr>
          <a:lstStyle/>
          <a:p>
            <a:pPr algn="l" marL="0">
              <a:lnSpc>
                <a:spcPct val="100000"/>
              </a:lnSpc>
              <a:defRPr/>
            </a:pPr>
            <a:r>
              <a:rPr lang="zh-CN" b="true" i="false" sz="1600" baseline="0" u="none" altLang="en-US">
                <a:solidFill>
                  <a:srgbClr val="FFFFFF"/>
                </a:solidFill>
                <a:latin typeface="微软雅黑"/>
                <a:ea typeface="微软雅黑"/>
              </a:rPr>
              <a:t>Understanding SEO Content</a:t>
            </a:r>
            <a:endParaRPr lang="en-US" sz="1100"/>
          </a:p>
        </p:txBody>
      </p:sp>
      <p:sp>
        <p:nvSpPr>
          <p:cNvPr name="TextBox 7" id="7"/>
          <p:cNvSpPr txBox="true"/>
          <p:nvPr/>
        </p:nvSpPr>
        <p:spPr>
          <a:xfrm>
            <a:off x="4724992" y="2001128"/>
            <a:ext cx="755335" cy="707886"/>
          </a:xfrm>
          <a:prstGeom prst="rect">
            <a:avLst/>
          </a:prstGeom>
          <a:noFill/>
        </p:spPr>
        <p:txBody>
          <a:bodyPr anchor="t" rtlCol="false" vert="horz" wrap="none" tIns="45720" lIns="91440" bIns="45720" rIns="91440">
            <a:spAutoFit/>
          </a:bodyPr>
          <a:lstStyle/>
          <a:p>
            <a:pPr algn="l" marL="0">
              <a:defRPr/>
            </a:pPr>
            <a:r>
              <a:rPr lang="en-US" b="true" i="false" sz="4000" baseline="0" u="none">
                <a:gradFill>
                  <a:gsLst>
                    <a:gs pos="0">
                      <a:srgbClr val="BE02DB">
                        <a:lumMod val="60000"/>
                        <a:lumOff val="40000"/>
                      </a:srgbClr>
                    </a:gs>
                    <a:gs pos="60000">
                      <a:srgbClr val="BE02DB"/>
                    </a:gs>
                  </a:gsLst>
                  <a:lin ang="2700000"/>
                </a:gradFill>
                <a:effectLst>
                  <a:outerShdw algn="ctr" blurRad="76200" dir="5400000" dist="50800" rotWithShape="false">
                    <a:schemeClr val="accent2">
                      <a:alpha val="20000"/>
                    </a:schemeClr>
                  </a:outerShdw>
                </a:effectLst>
                <a:latin typeface="Arial"/>
                <a:ea typeface="Arial"/>
              </a:rPr>
              <a:t>02</a:t>
            </a:r>
            <a:endParaRPr lang="en-US" sz="1100"/>
          </a:p>
        </p:txBody>
      </p:sp>
      <p:sp>
        <p:nvSpPr>
          <p:cNvPr name="AutoShape 8" id="8"/>
          <p:cNvSpPr/>
          <p:nvPr/>
        </p:nvSpPr>
        <p:spPr>
          <a:xfrm>
            <a:off x="4724992" y="3668995"/>
            <a:ext cx="3101550" cy="1400384"/>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rgbClr val="FFFFFF"/>
                </a:solidFill>
                <a:latin typeface="微软雅黑"/>
                <a:ea typeface="微软雅黑"/>
              </a:rPr>
              <a:t>By scraping headings and subheadings from competitor websites, the AI agent helps users identify key topics and relevant keywords. This understanding aids in creating more competitive content that aligns with market demands.</a:t>
            </a:r>
          </a:p>
        </p:txBody>
      </p:sp>
      <p:sp>
        <p:nvSpPr>
          <p:cNvPr name="TextBox 9" id="9"/>
          <p:cNvSpPr txBox="true"/>
          <p:nvPr/>
        </p:nvSpPr>
        <p:spPr>
          <a:xfrm>
            <a:off x="4726579" y="3035116"/>
            <a:ext cx="3099755" cy="338554"/>
          </a:xfrm>
          <a:prstGeom prst="rect">
            <a:avLst/>
          </a:prstGeom>
          <a:noFill/>
        </p:spPr>
        <p:txBody>
          <a:bodyPr anchor="t" rtlCol="false" vert="horz" wrap="square" tIns="45720" lIns="91440" bIns="45720" rIns="91440">
            <a:spAutoFit/>
          </a:bodyPr>
          <a:lstStyle/>
          <a:p>
            <a:pPr algn="l" marL="0">
              <a:lnSpc>
                <a:spcPct val="100000"/>
              </a:lnSpc>
              <a:defRPr/>
            </a:pPr>
            <a:r>
              <a:rPr lang="zh-CN" b="true" i="false" sz="1600" baseline="0" u="none" altLang="en-US">
                <a:solidFill>
                  <a:srgbClr val="FFFFFF"/>
                </a:solidFill>
                <a:latin typeface="微软雅黑"/>
                <a:ea typeface="微软雅黑"/>
              </a:rPr>
              <a:t>Scraping Competitor Headings</a:t>
            </a:r>
            <a:endParaRPr lang="en-US" sz="1100"/>
          </a:p>
        </p:txBody>
      </p:sp>
      <p:sp>
        <p:nvSpPr>
          <p:cNvPr name="TextBox 10" id="10"/>
          <p:cNvSpPr txBox="true"/>
          <p:nvPr/>
        </p:nvSpPr>
        <p:spPr>
          <a:xfrm>
            <a:off x="8698537" y="2001128"/>
            <a:ext cx="755335" cy="707886"/>
          </a:xfrm>
          <a:prstGeom prst="rect">
            <a:avLst/>
          </a:prstGeom>
          <a:noFill/>
        </p:spPr>
        <p:txBody>
          <a:bodyPr anchor="t" rtlCol="false" vert="horz" wrap="none" tIns="45720" lIns="91440" bIns="45720" rIns="91440">
            <a:spAutoFit/>
          </a:bodyPr>
          <a:lstStyle/>
          <a:p>
            <a:pPr algn="l" marL="0">
              <a:defRPr/>
            </a:pPr>
            <a:r>
              <a:rPr lang="en-US" b="true" i="false" sz="4000" baseline="0" u="none">
                <a:gradFill>
                  <a:gsLst>
                    <a:gs pos="0">
                      <a:srgbClr val="01EEE6">
                        <a:lumMod val="60000"/>
                        <a:lumOff val="40000"/>
                      </a:srgbClr>
                    </a:gs>
                    <a:gs pos="61062">
                      <a:srgbClr val="01EEE6"/>
                    </a:gs>
                  </a:gsLst>
                  <a:lin ang="2700000"/>
                </a:gradFill>
                <a:effectLst>
                  <a:outerShdw algn="ctr" blurRad="76200" dir="5400000" dist="50800" rotWithShape="false">
                    <a:schemeClr val="accent3">
                      <a:alpha val="20000"/>
                    </a:schemeClr>
                  </a:outerShdw>
                </a:effectLst>
                <a:latin typeface="Arial"/>
                <a:ea typeface="Arial"/>
              </a:rPr>
              <a:t>03</a:t>
            </a:r>
            <a:endParaRPr lang="en-US" sz="1100"/>
          </a:p>
        </p:txBody>
      </p:sp>
      <p:sp>
        <p:nvSpPr>
          <p:cNvPr name="AutoShape 11" id="11"/>
          <p:cNvSpPr/>
          <p:nvPr/>
        </p:nvSpPr>
        <p:spPr>
          <a:xfrm>
            <a:off x="8636089" y="3668995"/>
            <a:ext cx="2742017" cy="1400384"/>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rgbClr val="FFFFFF"/>
                </a:solidFill>
                <a:latin typeface="微软雅黑"/>
                <a:ea typeface="微软雅黑"/>
              </a:rPr>
              <a:t>The AI agent streamlines the content creation process by automating the outline creation and even drafting articles based on competitive analysis. This automation leads to quicker turnaround times for content production.</a:t>
            </a:r>
          </a:p>
        </p:txBody>
      </p:sp>
      <p:sp>
        <p:nvSpPr>
          <p:cNvPr name="TextBox 12" id="12"/>
          <p:cNvSpPr txBox="true"/>
          <p:nvPr/>
        </p:nvSpPr>
        <p:spPr>
          <a:xfrm>
            <a:off x="8637676" y="3035116"/>
            <a:ext cx="2740429" cy="338554"/>
          </a:xfrm>
          <a:prstGeom prst="rect">
            <a:avLst/>
          </a:prstGeom>
          <a:noFill/>
        </p:spPr>
        <p:txBody>
          <a:bodyPr anchor="t" rtlCol="false" vert="horz" wrap="square" tIns="45720" lIns="91440" bIns="45720" rIns="91440">
            <a:spAutoFit/>
          </a:bodyPr>
          <a:lstStyle/>
          <a:p>
            <a:pPr algn="l" marL="0">
              <a:lnSpc>
                <a:spcPct val="100000"/>
              </a:lnSpc>
              <a:defRPr/>
            </a:pPr>
            <a:r>
              <a:rPr lang="zh-CN" b="true" i="false" sz="1600" baseline="0" u="none" altLang="en-US">
                <a:solidFill>
                  <a:srgbClr val="FFFFFF"/>
                </a:solidFill>
                <a:latin typeface="微软雅黑"/>
                <a:ea typeface="微软雅黑"/>
              </a:rPr>
              <a:t>Automating Content Creation</a:t>
            </a:r>
            <a:endParaRPr lang="en-US" sz="1100"/>
          </a:p>
        </p:txBody>
      </p:sp>
    </p:spTree>
  </p:cSld>
  <p:clrMapOvr>
    <a:masterClrMapping/>
  </p:clrMapOvr>
  <p:transition spd="slow">
    <p:blinds dir="horz"/>
  </p:transition>
  <p:timing>
    <p:tnLst>
      <p:par>
        <p:cTn id="22941" dur="indefinite" repeatCount="1000" spd="100%" accel="0%" decel="0%" restart="never" nodeType="tmRoot">
          <p:childTnLst>
            <p:seq concurrent="true" nextAc="seek">
              <p:cTn id="22942" dur="indefinite" repeatCount="1000" spd="100%" accel="0%" decel="0%" nodeType="mainSeq">
                <p:childTnLst>
                  <p:par>
                    <p:cTn id="22943" repeatCount="1000" spd="100%" accel="0%" decel="0%" fill="hold">
                      <p:stCondLst>
                        <p:cond delay="indefinite"/>
                        <p:cond evt="onBegin" delay="0">
                          <p:tn val="22942"/>
                        </p:cond>
                      </p:stCondLst>
                      <p:childTnLst>
                        <p:par>
                          <p:cTn id="22944" repeatCount="1000" spd="100%" decel="0%" fill="hold">
                            <p:stCondLst>
                              <p:cond delay="0"/>
                            </p:stCondLst>
                            <p:childTnLst>
                              <p:par>
                                <p:cTn id="22945" presetID="13" presetClass="entr" presetSubtype="32" repeatCount="1000" spd="100%" decel="0%" fill="hold" nodeType="afterEffect">
                                  <p:stCondLst>
                                    <p:cond delay="0"/>
                                  </p:stCondLst>
                                  <p:childTnLst>
                                    <p:animEffect filter="plus(out)" transition="in">
                                      <p:cBhvr>
                                        <p:cTn id="22946" dur="1000" repeatCount="1000" spd="100%" accel="0%" decel="0%"/>
                                        <p:tgtEl>
                                          <p:spTgt spid="2"/>
                                        </p:tgtEl>
                                      </p:cBhvr>
                                    </p:animEffect>
                                    <p:set>
                                      <p:cBhvr>
                                        <p:cTn id="22947" dur="1000" repeatCount="1000" spd="100%" accel="0%" decel="0%" fill="hold">
                                          <p:stCondLst>
                                            <p:cond delay="0"/>
                                          </p:stCondLst>
                                        </p:cTn>
                                        <p:tgtEl>
                                          <p:spTgt spid="2"/>
                                        </p:tgtEl>
                                        <p:attrNameLst>
                                          <p:attrName>style.visibility</p:attrName>
                                        </p:attrNameLst>
                                      </p:cBhvr>
                                      <p:to>
                                        <p:strVal val="visible"/>
                                      </p:to>
                                    </p:set>
                                  </p:childTnLst>
                                </p:cTn>
                              </p:par>
                            </p:childTnLst>
                          </p:cTn>
                        </p:par>
                        <p:par>
                          <p:cTn id="22948" repeatCount="1000" spd="100%" decel="0%" fill="hold">
                            <p:stCondLst>
                              <p:cond delay="0"/>
                            </p:stCondLst>
                            <p:childTnLst>
                              <p:par>
                                <p:cTn id="22949" presetID="1" presetClass="entr" presetSubtype="0" repeatCount="1000" spd="100%" decel="0%" fill="hold" nodeType="afterEffect">
                                  <p:stCondLst>
                                    <p:cond delay="0"/>
                                  </p:stCondLst>
                                  <p:childTnLst>
                                    <p:set>
                                      <p:cBhvr>
                                        <p:cTn id="22950" dur="1" repeatCount="1000" spd="100%" accel="0%" decel="0%" fill="hold">
                                          <p:stCondLst>
                                            <p:cond delay="0"/>
                                          </p:stCondLst>
                                        </p:cTn>
                                        <p:tgtEl>
                                          <p:spTgt spid="4"/>
                                        </p:tgtEl>
                                        <p:attrNameLst>
                                          <p:attrName>style.visibility</p:attrName>
                                        </p:attrNameLst>
                                      </p:cBhvr>
                                      <p:to>
                                        <p:strVal val="visible"/>
                                      </p:to>
                                    </p:set>
                                  </p:childTnLst>
                                </p:cTn>
                              </p:par>
                            </p:childTnLst>
                          </p:cTn>
                        </p:par>
                        <p:par>
                          <p:cTn id="22951" repeatCount="1000" spd="100%" decel="0%" fill="hold">
                            <p:stCondLst>
                              <p:cond delay="0"/>
                            </p:stCondLst>
                            <p:childTnLst>
                              <p:par>
                                <p:cTn id="22952" presetID="45" presetClass="entr" presetSubtype="0" repeatCount="1000" spd="100%" decel="0%" fill="hold" nodeType="afterEffect">
                                  <p:stCondLst>
                                    <p:cond delay="0"/>
                                  </p:stCondLst>
                                  <p:childTnLst>
                                    <p:anim calcmode="lin" valueType="num">
                                      <p:cBhvr>
                                        <p:cTn id="22954" dur="1000" repeatCount="1000" spd="100%" accel="0%" decel="0%" fill="hold"/>
                                        <p:tgtEl>
                                          <p:spTgt spid="6"/>
                                        </p:tgtEl>
                                        <p:attrNameLst>
                                          <p:attrName>ppt_w</p:attrName>
                                        </p:attrNameLst>
                                      </p:cBhvr>
                                      <p:tavLst>
                                        <p:tav fmla="#ppt_w*sin(2.5*pi*$)" tm="0">
                                          <p:val>
                                            <p:fltVal val="0.0"/>
                                          </p:val>
                                        </p:tav>
                                        <p:tav fmla="" tm="100000">
                                          <p:val>
                                            <p:fltVal val="1.0"/>
                                          </p:val>
                                        </p:tav>
                                      </p:tavLst>
                                    </p:anim>
                                    <p:anim calcmode="lin" valueType="num">
                                      <p:cBhvr>
                                        <p:cTn id="22955" dur="1000" repeatCount="1000" spd="100%" accel="0%" decel="0%" fill="hold"/>
                                        <p:tgtEl>
                                          <p:spTgt spid="6"/>
                                        </p:tgtEl>
                                        <p:attrNameLst>
                                          <p:attrName>ppt_h</p:attrName>
                                        </p:attrNameLst>
                                      </p:cBhvr>
                                      <p:tavLst>
                                        <p:tav fmla="" tm="0">
                                          <p:val>
                                            <p:strVal val="#ppt_h"/>
                                          </p:val>
                                        </p:tav>
                                        <p:tav fmla="" tm="100000">
                                          <p:val>
                                            <p:strVal val="#ppt_h"/>
                                          </p:val>
                                        </p:tav>
                                      </p:tavLst>
                                    </p:anim>
                                    <p:animEffect filter="fade" transition="in">
                                      <p:cBhvr>
                                        <p:cTn id="22953" dur="1000" repeatCount="1000" spd="100%" accel="0%" decel="0%"/>
                                        <p:tgtEl>
                                          <p:spTgt spid="6"/>
                                        </p:tgtEl>
                                      </p:cBhvr>
                                    </p:animEffect>
                                    <p:set>
                                      <p:cBhvr>
                                        <p:cTn id="22956" dur="1000" repeatCount="1000" spd="100%" accel="0%" decel="0%" fill="hold">
                                          <p:stCondLst>
                                            <p:cond delay="0"/>
                                          </p:stCondLst>
                                        </p:cTn>
                                        <p:tgtEl>
                                          <p:spTgt spid="6"/>
                                        </p:tgtEl>
                                        <p:attrNameLst>
                                          <p:attrName>style.visibility</p:attrName>
                                        </p:attrNameLst>
                                      </p:cBhvr>
                                      <p:to>
                                        <p:strVal val="visible"/>
                                      </p:to>
                                    </p:set>
                                  </p:childTnLst>
                                </p:cTn>
                              </p:par>
                            </p:childTnLst>
                          </p:cTn>
                        </p:par>
                        <p:par>
                          <p:cTn id="22957" repeatCount="1000" spd="100%" decel="0%" fill="hold">
                            <p:stCondLst>
                              <p:cond delay="0"/>
                            </p:stCondLst>
                            <p:childTnLst>
                              <p:par>
                                <p:cTn id="22958" presetID="39" presetClass="entr" presetSubtype="0" repeatCount="1000" spd="100%" decel="0%" fill="hold" nodeType="afterEffect">
                                  <p:stCondLst>
                                    <p:cond delay="0"/>
                                  </p:stCondLst>
                                  <p:childTnLst>
                                    <p:anim calcmode="lin" valueType="num">
                                      <p:cBhvr>
                                        <p:cTn id="22959" dur="1000" repeatCount="1000" spd="100%" accel="0%" decel="0%" fill="hold"/>
                                        <p:tgtEl>
                                          <p:spTgt spid="5"/>
                                        </p:tgtEl>
                                        <p:attrNameLst>
                                          <p:attrName>ppt_h</p:attrName>
                                        </p:attrNameLst>
                                      </p:cBhvr>
                                      <p:tavLst>
                                        <p:tav fmla="" tm="0">
                                          <p:val>
                                            <p:strVal val="#ppt_h/20"/>
                                          </p:val>
                                        </p:tav>
                                        <p:tav fmla="" tm="50000">
                                          <p:val>
                                            <p:strVal val="#ppt_h/20"/>
                                          </p:val>
                                        </p:tav>
                                        <p:tav fmla="" tm="100000">
                                          <p:val>
                                            <p:strVal val="#ppt_h"/>
                                          </p:val>
                                        </p:tav>
                                      </p:tavLst>
                                    </p:anim>
                                    <p:anim calcmode="lin" valueType="num">
                                      <p:cBhvr>
                                        <p:cTn id="22960" dur="1000" repeatCount="1000" spd="100%" accel="0%" decel="0%" fill="hold"/>
                                        <p:tgtEl>
                                          <p:spTgt spid="5"/>
                                        </p:tgtEl>
                                        <p:attrNameLst>
                                          <p:attrName>ppt_w</p:attrName>
                                        </p:attrNameLst>
                                      </p:cBhvr>
                                      <p:tavLst>
                                        <p:tav fmla="" tm="0">
                                          <p:val>
                                            <p:strVal val="#ppt_w+.3"/>
                                          </p:val>
                                        </p:tav>
                                        <p:tav fmla="" tm="50000">
                                          <p:val>
                                            <p:strVal val="#ppt_w+.3"/>
                                          </p:val>
                                        </p:tav>
                                        <p:tav fmla="" tm="100000">
                                          <p:val>
                                            <p:strVal val="#ppt_w"/>
                                          </p:val>
                                        </p:tav>
                                      </p:tavLst>
                                    </p:anim>
                                    <p:anim calcmode="lin" valueType="num">
                                      <p:cBhvr>
                                        <p:cTn id="22961" dur="1000" repeatCount="1000" spd="100%" accel="0%" decel="0%" fill="hold"/>
                                        <p:tgtEl>
                                          <p:spTgt spid="5"/>
                                        </p:tgtEl>
                                        <p:attrNameLst>
                                          <p:attrName>ppt_x</p:attrName>
                                        </p:attrNameLst>
                                      </p:cBhvr>
                                      <p:tavLst>
                                        <p:tav fmla="" tm="0">
                                          <p:val>
                                            <p:strVal val="#ppt_x-.3"/>
                                          </p:val>
                                        </p:tav>
                                        <p:tav fmla="" tm="50000">
                                          <p:val>
                                            <p:strVal val="#ppt_x"/>
                                          </p:val>
                                        </p:tav>
                                        <p:tav fmla="" tm="100000">
                                          <p:val>
                                            <p:strVal val="#ppt_x"/>
                                          </p:val>
                                        </p:tav>
                                      </p:tavLst>
                                    </p:anim>
                                    <p:anim calcmode="lin" valueType="num">
                                      <p:cBhvr>
                                        <p:cTn id="22962" dur="1000" repeatCount="1000" spd="100%" accel="0%" decel="0%" fill="hold"/>
                                        <p:tgtEl>
                                          <p:spTgt spid="5"/>
                                        </p:tgtEl>
                                        <p:attrNameLst>
                                          <p:attrName>ppt_y</p:attrName>
                                        </p:attrNameLst>
                                      </p:cBhvr>
                                      <p:tavLst>
                                        <p:tav fmla="" tm="0">
                                          <p:val>
                                            <p:strVal val="#ppt_y"/>
                                          </p:val>
                                        </p:tav>
                                        <p:tav fmla="" tm="100000">
                                          <p:val>
                                            <p:strVal val="#ppt_y"/>
                                          </p:val>
                                        </p:tav>
                                      </p:tavLst>
                                    </p:anim>
                                    <p:set>
                                      <p:cBhvr>
                                        <p:cTn id="22963" dur="1000" repeatCount="1000" spd="100%" accel="0%" decel="0%" fill="hold">
                                          <p:stCondLst>
                                            <p:cond delay="0"/>
                                          </p:stCondLst>
                                        </p:cTn>
                                        <p:tgtEl>
                                          <p:spTgt spid="5"/>
                                        </p:tgtEl>
                                        <p:attrNameLst>
                                          <p:attrName>style.visibility</p:attrName>
                                        </p:attrNameLst>
                                      </p:cBhvr>
                                      <p:to>
                                        <p:strVal val="visible"/>
                                      </p:to>
                                    </p:set>
                                  </p:childTnLst>
                                </p:cTn>
                              </p:par>
                            </p:childTnLst>
                          </p:cTn>
                        </p:par>
                        <p:par>
                          <p:cTn id="22964" repeatCount="1000" spd="100%" decel="0%" fill="hold">
                            <p:stCondLst>
                              <p:cond delay="0"/>
                            </p:stCondLst>
                            <p:childTnLst>
                              <p:par>
                                <p:cTn id="22965" presetID="1" presetClass="entr" presetSubtype="0" repeatCount="1000" spd="100%" decel="0%" fill="hold" nodeType="afterEffect">
                                  <p:stCondLst>
                                    <p:cond delay="0"/>
                                  </p:stCondLst>
                                  <p:childTnLst>
                                    <p:set>
                                      <p:cBhvr>
                                        <p:cTn id="22966" dur="1" repeatCount="1000" spd="100%" accel="0%" decel="0%" fill="hold">
                                          <p:stCondLst>
                                            <p:cond delay="0"/>
                                          </p:stCondLst>
                                        </p:cTn>
                                        <p:tgtEl>
                                          <p:spTgt spid="7"/>
                                        </p:tgtEl>
                                        <p:attrNameLst>
                                          <p:attrName>style.visibility</p:attrName>
                                        </p:attrNameLst>
                                      </p:cBhvr>
                                      <p:to>
                                        <p:strVal val="visible"/>
                                      </p:to>
                                    </p:set>
                                  </p:childTnLst>
                                </p:cTn>
                              </p:par>
                            </p:childTnLst>
                          </p:cTn>
                        </p:par>
                        <p:par>
                          <p:cTn id="22967" repeatCount="1000" spd="100%" decel="0%" fill="hold">
                            <p:stCondLst>
                              <p:cond delay="0"/>
                            </p:stCondLst>
                            <p:childTnLst>
                              <p:par>
                                <p:cTn id="22968" presetID="5" presetClass="entr" presetSubtype="10" repeatCount="1000" spd="100%" decel="0%" fill="hold" nodeType="afterEffect">
                                  <p:stCondLst>
                                    <p:cond delay="0"/>
                                  </p:stCondLst>
                                  <p:childTnLst>
                                    <p:animEffect filter="checkerboard(across)" transition="in">
                                      <p:cBhvr>
                                        <p:cTn id="22969" dur="1000" repeatCount="1000" spd="100%" accel="0%" decel="0%"/>
                                        <p:tgtEl>
                                          <p:spTgt spid="9"/>
                                        </p:tgtEl>
                                      </p:cBhvr>
                                    </p:animEffect>
                                    <p:set>
                                      <p:cBhvr>
                                        <p:cTn id="22970" dur="1000" repeatCount="1000" spd="100%" accel="0%" decel="0%" fill="hold">
                                          <p:stCondLst>
                                            <p:cond delay="0"/>
                                          </p:stCondLst>
                                        </p:cTn>
                                        <p:tgtEl>
                                          <p:spTgt spid="9"/>
                                        </p:tgtEl>
                                        <p:attrNameLst>
                                          <p:attrName>style.visibility</p:attrName>
                                        </p:attrNameLst>
                                      </p:cBhvr>
                                      <p:to>
                                        <p:strVal val="visible"/>
                                      </p:to>
                                    </p:set>
                                  </p:childTnLst>
                                </p:cTn>
                              </p:par>
                            </p:childTnLst>
                          </p:cTn>
                        </p:par>
                        <p:par>
                          <p:cTn id="22971" repeatCount="1000" spd="100%" decel="0%" fill="hold">
                            <p:stCondLst>
                              <p:cond delay="0"/>
                            </p:stCondLst>
                            <p:childTnLst>
                              <p:par>
                                <p:cTn id="22972" presetID="23" presetClass="entr" presetSubtype="36" repeatCount="1000" spd="100%" decel="0%" fill="hold" nodeType="afterEffect">
                                  <p:stCondLst>
                                    <p:cond delay="0"/>
                                  </p:stCondLst>
                                  <p:childTnLst>
                                    <p:anim calcmode="lin" valueType="num">
                                      <p:cBhvr>
                                        <p:cTn id="22973" dur="500" repeatCount="1000" spd="100%" accel="0%" decel="0%" fill="hold"/>
                                        <p:tgtEl>
                                          <p:spTgt spid="8"/>
                                        </p:tgtEl>
                                        <p:attrNameLst>
                                          <p:attrName>ppt_w</p:attrName>
                                        </p:attrNameLst>
                                      </p:cBhvr>
                                      <p:tavLst>
                                        <p:tav fmla="" tm="0">
                                          <p:val>
                                            <p:strVal val="(6*min(max(#ppt_w*#ppt_h,.3),1)-7.4)/-.7*#ppt_w"/>
                                          </p:val>
                                        </p:tav>
                                        <p:tav fmla="" tm="100000">
                                          <p:val>
                                            <p:strVal val="#ppt_w"/>
                                          </p:val>
                                        </p:tav>
                                      </p:tavLst>
                                    </p:anim>
                                    <p:anim calcmode="lin" valueType="num">
                                      <p:cBhvr>
                                        <p:cTn id="22974" dur="500" repeatCount="1000" spd="100%" accel="0%" decel="0%" fill="hold"/>
                                        <p:tgtEl>
                                          <p:spTgt spid="8"/>
                                        </p:tgtEl>
                                        <p:attrNameLst>
                                          <p:attrName>ppt_h</p:attrName>
                                        </p:attrNameLst>
                                      </p:cBhvr>
                                      <p:tavLst>
                                        <p:tav fmla="" tm="0">
                                          <p:val>
                                            <p:strVal val="(6*min(max(#ppt_w*#ppt_h,.3),1)-7.4)/-.7*#ppt_h"/>
                                          </p:val>
                                        </p:tav>
                                        <p:tav fmla="" tm="100000">
                                          <p:val>
                                            <p:strVal val="#ppt_h"/>
                                          </p:val>
                                        </p:tav>
                                      </p:tavLst>
                                    </p:anim>
                                    <p:anim calcmode="lin" valueType="num">
                                      <p:cBhvr>
                                        <p:cTn id="22975" dur="500" repeatCount="1000" spd="100%" accel="0%" decel="0%" fill="hold"/>
                                        <p:tgtEl>
                                          <p:spTgt spid="8"/>
                                        </p:tgtEl>
                                        <p:attrNameLst>
                                          <p:attrName>ppt_x</p:attrName>
                                        </p:attrNameLst>
                                      </p:cBhvr>
                                      <p:tavLst>
                                        <p:tav fmla="" tm="0">
                                          <p:val>
                                            <p:fltVal val="0.5"/>
                                          </p:val>
                                        </p:tav>
                                        <p:tav fmla="" tm="100000">
                                          <p:val>
                                            <p:strVal val="#ppt_x"/>
                                          </p:val>
                                        </p:tav>
                                      </p:tavLst>
                                    </p:anim>
                                    <p:anim calcmode="lin" valueType="num">
                                      <p:cBhvr>
                                        <p:cTn id="22976" dur="500" repeatCount="1000" spd="100%" accel="0%" decel="0%" fill="hold"/>
                                        <p:tgtEl>
                                          <p:spTgt spid="8"/>
                                        </p:tgtEl>
                                        <p:attrNameLst>
                                          <p:attrName>ppt_y</p:attrName>
                                        </p:attrNameLst>
                                      </p:cBhvr>
                                      <p:tavLst>
                                        <p:tav fmla="" tm="0">
                                          <p:val>
                                            <p:strVal val="1+(6*min(max(#ppt_w*#ppt_h,.3),1)-7.4)/-.7*#ppt_h/2"/>
                                          </p:val>
                                        </p:tav>
                                        <p:tav fmla="" tm="100000">
                                          <p:val>
                                            <p:strVal val="#ppt_y"/>
                                          </p:val>
                                        </p:tav>
                                      </p:tavLst>
                                    </p:anim>
                                    <p:set>
                                      <p:cBhvr>
                                        <p:cTn id="22977" dur="500" repeatCount="1000" spd="100%" accel="0%" decel="0%" fill="hold">
                                          <p:stCondLst>
                                            <p:cond delay="0"/>
                                          </p:stCondLst>
                                        </p:cTn>
                                        <p:tgtEl>
                                          <p:spTgt spid="8"/>
                                        </p:tgtEl>
                                        <p:attrNameLst>
                                          <p:attrName>style.visibility</p:attrName>
                                        </p:attrNameLst>
                                      </p:cBhvr>
                                      <p:to>
                                        <p:strVal val="visible"/>
                                      </p:to>
                                    </p:set>
                                  </p:childTnLst>
                                </p:cTn>
                              </p:par>
                            </p:childTnLst>
                          </p:cTn>
                        </p:par>
                        <p:par>
                          <p:cTn id="22978" repeatCount="1000" spd="100%" decel="0%" fill="hold">
                            <p:stCondLst>
                              <p:cond delay="0"/>
                            </p:stCondLst>
                            <p:childTnLst>
                              <p:par>
                                <p:cTn id="22979" presetID="1" presetClass="entr" presetSubtype="0" repeatCount="1000" spd="100%" decel="0%" fill="hold" nodeType="afterEffect">
                                  <p:stCondLst>
                                    <p:cond delay="0"/>
                                  </p:stCondLst>
                                  <p:childTnLst>
                                    <p:set>
                                      <p:cBhvr>
                                        <p:cTn id="22980" dur="1" repeatCount="1000" spd="100%" accel="0%" decel="0%" fill="hold">
                                          <p:stCondLst>
                                            <p:cond delay="0"/>
                                          </p:stCondLst>
                                        </p:cTn>
                                        <p:tgtEl>
                                          <p:spTgt spid="10"/>
                                        </p:tgtEl>
                                        <p:attrNameLst>
                                          <p:attrName>style.visibility</p:attrName>
                                        </p:attrNameLst>
                                      </p:cBhvr>
                                      <p:to>
                                        <p:strVal val="visible"/>
                                      </p:to>
                                    </p:set>
                                  </p:childTnLst>
                                </p:cTn>
                              </p:par>
                            </p:childTnLst>
                          </p:cTn>
                        </p:par>
                        <p:par>
                          <p:cTn id="22981" repeatCount="1000" spd="100%" decel="0%" fill="hold">
                            <p:stCondLst>
                              <p:cond delay="0"/>
                            </p:stCondLst>
                            <p:childTnLst>
                              <p:par>
                                <p:cTn id="22982" presetID="2" presetClass="entr" presetSubtype="6" repeatCount="1000" spd="100%" decel="0%" fill="hold" nodeType="afterEffect">
                                  <p:stCondLst>
                                    <p:cond delay="0"/>
                                  </p:stCondLst>
                                  <p:childTnLst>
                                    <p:anim calcmode="lin" valueType="num">
                                      <p:cBhvr additive="base">
                                        <p:cTn id="22983" dur="1000" repeatCount="1000" spd="100%" accel="0%" decel="0%" fill="hold"/>
                                        <p:tgtEl>
                                          <p:spTgt spid="12"/>
                                        </p:tgtEl>
                                        <p:attrNameLst>
                                          <p:attrName>ppt_x</p:attrName>
                                        </p:attrNameLst>
                                      </p:cBhvr>
                                      <p:tavLst>
                                        <p:tav fmla="" tm="0">
                                          <p:val>
                                            <p:strVal val="1+#ppt_w/2"/>
                                          </p:val>
                                        </p:tav>
                                        <p:tav fmla="" tm="100000">
                                          <p:val>
                                            <p:strVal val="#ppt_x"/>
                                          </p:val>
                                        </p:tav>
                                      </p:tavLst>
                                    </p:anim>
                                    <p:anim calcmode="lin" valueType="num">
                                      <p:cBhvr additive="base">
                                        <p:cTn id="22984" dur="1000" repeatCount="1000" spd="100%" accel="0%" decel="0%" fill="hold"/>
                                        <p:tgtEl>
                                          <p:spTgt spid="12"/>
                                        </p:tgtEl>
                                        <p:attrNameLst>
                                          <p:attrName>ppt_y</p:attrName>
                                        </p:attrNameLst>
                                      </p:cBhvr>
                                      <p:tavLst>
                                        <p:tav fmla="" tm="0">
                                          <p:val>
                                            <p:strVal val="1+#ppt_h/2"/>
                                          </p:val>
                                        </p:tav>
                                        <p:tav fmla="" tm="100000">
                                          <p:val>
                                            <p:strVal val="#ppt_y"/>
                                          </p:val>
                                        </p:tav>
                                      </p:tavLst>
                                    </p:anim>
                                    <p:set>
                                      <p:cBhvr>
                                        <p:cTn id="22985" dur="1000" repeatCount="1000" spd="100%" accel="0%" decel="0%" fill="hold">
                                          <p:stCondLst>
                                            <p:cond delay="0"/>
                                          </p:stCondLst>
                                        </p:cTn>
                                        <p:tgtEl>
                                          <p:spTgt spid="12"/>
                                        </p:tgtEl>
                                        <p:attrNameLst>
                                          <p:attrName>style.visibility</p:attrName>
                                        </p:attrNameLst>
                                      </p:cBhvr>
                                      <p:to>
                                        <p:strVal val="visible"/>
                                      </p:to>
                                    </p:set>
                                  </p:childTnLst>
                                </p:cTn>
                              </p:par>
                            </p:childTnLst>
                          </p:cTn>
                        </p:par>
                        <p:par>
                          <p:cTn id="22986" repeatCount="1000" spd="100%" decel="0%" fill="hold">
                            <p:stCondLst>
                              <p:cond delay="0"/>
                            </p:stCondLst>
                            <p:childTnLst>
                              <p:par>
                                <p:cTn id="22987" presetID="1" presetClass="entr" presetSubtype="0" repeatCount="1000" spd="100%" decel="0%" fill="hold" nodeType="afterEffect">
                                  <p:stCondLst>
                                    <p:cond delay="0"/>
                                  </p:stCondLst>
                                  <p:childTnLst>
                                    <p:set>
                                      <p:cBhvr>
                                        <p:cTn id="22988" dur="1" repeatCount="1000" spd="100%" accel="0%" decel="0%"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Automating Content Generation</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04</a:t>
            </a:r>
            <a:endParaRPr lang="en-US" sz="1100"/>
          </a:p>
        </p:txBody>
      </p:sp>
    </p:spTree>
  </p:cSld>
  <p:clrMapOvr>
    <a:masterClrMapping/>
  </p:clrMapOvr>
  <p:transition spd="slow">
    <p:randomBar dir="vert"/>
  </p:transition>
  <p:timing>
    <p:tnLst>
      <p:par>
        <p:cTn id="24965" dur="indefinite" repeatCount="1000" spd="100%" accel="0%" decel="0%" restart="never" nodeType="tmRoot">
          <p:childTnLst>
            <p:seq concurrent="true" nextAc="seek">
              <p:cTn id="24966" dur="indefinite" repeatCount="1000" spd="100%" accel="0%" decel="0%" nodeType="mainSeq">
                <p:childTnLst>
                  <p:par>
                    <p:cTn id="24967" repeatCount="1000" spd="100%" accel="0%" decel="0%" fill="hold">
                      <p:stCondLst>
                        <p:cond delay="indefinite"/>
                        <p:cond evt="onBegin" delay="0">
                          <p:tn val="24966"/>
                        </p:cond>
                      </p:stCondLst>
                      <p:childTnLst>
                        <p:par>
                          <p:cTn id="24968" repeatCount="1000" spd="100%" decel="0%" fill="hold">
                            <p:stCondLst>
                              <p:cond delay="0"/>
                            </p:stCondLst>
                            <p:childTnLst>
                              <p:par>
                                <p:cTn id="24969" presetID="22" presetClass="entr" presetSubtype="2" repeatCount="1000" spd="100%" decel="0%" fill="hold" nodeType="afterEffect">
                                  <p:stCondLst>
                                    <p:cond delay="0"/>
                                  </p:stCondLst>
                                  <p:childTnLst>
                                    <p:animEffect filter="wipe(right)" transition="in">
                                      <p:cBhvr>
                                        <p:cTn id="24970" dur="500" repeatCount="1000" spd="100%" accel="0%" decel="0%"/>
                                        <p:tgtEl>
                                          <p:spTgt spid="3"/>
                                        </p:tgtEl>
                                      </p:cBhvr>
                                    </p:animEffect>
                                    <p:set>
                                      <p:cBhvr>
                                        <p:cTn id="24971" dur="500" repeatCount="1000" spd="100%" accel="0%" decel="0%" fill="hold">
                                          <p:stCondLst>
                                            <p:cond delay="0"/>
                                          </p:stCondLst>
                                        </p:cTn>
                                        <p:tgtEl>
                                          <p:spTgt spid="3"/>
                                        </p:tgtEl>
                                        <p:attrNameLst>
                                          <p:attrName>style.visibility</p:attrName>
                                        </p:attrNameLst>
                                      </p:cBhvr>
                                      <p:to>
                                        <p:strVal val="visible"/>
                                      </p:to>
                                    </p:set>
                                  </p:childTnLst>
                                </p:cTn>
                              </p:par>
                            </p:childTnLst>
                          </p:cTn>
                        </p:par>
                        <p:par>
                          <p:cTn id="24972" repeatCount="1000" spd="100%" decel="0%" fill="hold">
                            <p:stCondLst>
                              <p:cond delay="0"/>
                            </p:stCondLst>
                            <p:childTnLst>
                              <p:par>
                                <p:cTn id="24973" presetID="16" presetClass="entr" presetSubtype="26" repeatCount="1000" spd="100%" decel="0%" fill="hold" nodeType="afterEffect">
                                  <p:stCondLst>
                                    <p:cond delay="0"/>
                                  </p:stCondLst>
                                  <p:childTnLst>
                                    <p:animEffect filter="barn(inHorizontal)" transition="in">
                                      <p:cBhvr>
                                        <p:cTn id="24974" dur="500" repeatCount="1000" spd="100%" accel="0%" decel="0%"/>
                                        <p:tgtEl>
                                          <p:spTgt spid="2"/>
                                        </p:tgtEl>
                                      </p:cBhvr>
                                    </p:animEffect>
                                    <p:set>
                                      <p:cBhvr>
                                        <p:cTn id="24975" dur="5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Creating High-Quality Content</a:t>
            </a:r>
          </a:p>
        </p:txBody>
      </p:sp>
      <p:sp>
        <p:nvSpPr>
          <p:cNvPr name="AutoShape 3" id="3"/>
          <p:cNvSpPr/>
          <p:nvPr/>
        </p:nvSpPr>
        <p:spPr>
          <a:xfrm>
            <a:off x="7951" y="2813516"/>
            <a:ext cx="12192000" cy="2678822"/>
          </a:xfrm>
          <a:prstGeom prst="roundRect">
            <a:avLst>
              <a:gd name="adj" fmla="val 0"/>
            </a:avLst>
          </a:prstGeom>
          <a:solidFill>
            <a:schemeClr val="accent2">
              <a:alpha val="30000"/>
              <a:lumMod val="20000"/>
              <a:lumOff val="80000"/>
            </a:schemeClr>
          </a:solidFill>
          <a:ln>
            <a:noFill/>
          </a:ln>
          <a:effectLst/>
        </p:spPr>
        <p:txBody>
          <a:bodyPr vert="horz" rot="0" anchor="t" wrap="square" tIns="45720" lIns="91440" bIns="45720" rIns="91440">
            <a:prstTxWarp prst="textNoShape">
              <a:avLst/>
            </a:prstTxWarp>
            <a:noAutofit/>
          </a:bodyPr>
          <a:p>
            <a:pPr algn="ctr" marL="0"/>
          </a:p>
        </p:txBody>
      </p:sp>
      <p:sp>
        <p:nvSpPr>
          <p:cNvPr name="AutoShape 4" id="4"/>
          <p:cNvSpPr/>
          <p:nvPr/>
        </p:nvSpPr>
        <p:spPr>
          <a:xfrm>
            <a:off x="723611" y="3062314"/>
            <a:ext cx="3131708" cy="464331"/>
          </a:xfrm>
          <a:prstGeom prst="rect">
            <a:avLst/>
          </a:prstGeom>
          <a:noFill/>
          <a:ln>
            <a:noFill/>
          </a:ln>
        </p:spPr>
        <p:txBody>
          <a:bodyPr vert="horz" anchor="t" wrap="square" tIns="108000" lIns="108000" bIns="108000" rIns="108000">
            <a:spAutoFit/>
          </a:bodyPr>
          <a:p>
            <a:pPr algn="l" marL="0"/>
            <a:r>
              <a:rPr lang="zh-CN" b="true" i="false" sz="1600" baseline="0" u="none" altLang="en-US">
                <a:solidFill>
                  <a:srgbClr val="FFFFFF"/>
                </a:solidFill>
                <a:latin typeface="微软雅黑"/>
                <a:ea typeface="微软雅黑"/>
              </a:rPr>
              <a:t>Article Outlines</a:t>
            </a:r>
          </a:p>
        </p:txBody>
      </p:sp>
      <p:sp>
        <p:nvSpPr>
          <p:cNvPr name="AutoShape 5" id="5"/>
          <p:cNvSpPr/>
          <p:nvPr/>
        </p:nvSpPr>
        <p:spPr>
          <a:xfrm>
            <a:off x="723611" y="3694704"/>
            <a:ext cx="3131708" cy="2025750"/>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latin typeface="微软雅黑"/>
                <a:ea typeface="微软雅黑"/>
              </a:rPr>
              <a:t>The AI can generate structured outlines for articles, helping writers organize their thoughts efficiently. These outlines are based on analysis of successful content in the given niche, maximizing relevance and impact.</a:t>
            </a:r>
          </a:p>
        </p:txBody>
      </p:sp>
      <p:sp>
        <p:nvSpPr>
          <p:cNvPr name="AutoShape 6" id="6"/>
          <p:cNvSpPr/>
          <p:nvPr/>
        </p:nvSpPr>
        <p:spPr>
          <a:xfrm>
            <a:off x="723611" y="1662382"/>
            <a:ext cx="3131708" cy="772107"/>
          </a:xfrm>
          <a:prstGeom prst="rect">
            <a:avLst/>
          </a:prstGeom>
          <a:noFill/>
          <a:ln>
            <a:noFill/>
          </a:ln>
        </p:spPr>
        <p:txBody>
          <a:bodyPr vert="horz" anchor="b" wrap="square" tIns="108000" lIns="108000" bIns="108000" rIns="108000">
            <a:spAutoFit/>
          </a:bodyPr>
          <a:p>
            <a:pPr algn="l" marL="0"/>
            <a:r>
              <a:rPr lang="en-US" b="true" i="false" sz="3600" baseline="0" u="none">
                <a:solidFill>
                  <a:schemeClr val="accent1">
                    <a:lumMod val="75000"/>
                  </a:schemeClr>
                </a:solidFill>
                <a:latin typeface="Arial"/>
                <a:ea typeface="Arial"/>
              </a:rPr>
              <a:t>01</a:t>
            </a:r>
          </a:p>
        </p:txBody>
      </p:sp>
      <p:sp>
        <p:nvSpPr>
          <p:cNvPr name="AutoShape 7" id="7"/>
          <p:cNvSpPr/>
          <p:nvPr/>
        </p:nvSpPr>
        <p:spPr>
          <a:xfrm>
            <a:off x="843889" y="2775025"/>
            <a:ext cx="552185" cy="45719"/>
          </a:xfrm>
          <a:prstGeom prst="rect">
            <a:avLst/>
          </a:prstGeom>
          <a:solidFill>
            <a:schemeClr val="accent1"/>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AutoShape 8" id="8"/>
          <p:cNvSpPr/>
          <p:nvPr/>
        </p:nvSpPr>
        <p:spPr>
          <a:xfrm>
            <a:off x="4460117" y="3062314"/>
            <a:ext cx="3271525" cy="464331"/>
          </a:xfrm>
          <a:prstGeom prst="rect">
            <a:avLst/>
          </a:prstGeom>
          <a:noFill/>
          <a:ln>
            <a:noFill/>
          </a:ln>
        </p:spPr>
        <p:txBody>
          <a:bodyPr vert="horz" anchor="t" wrap="square" tIns="108000" lIns="108000" bIns="108000" rIns="108000">
            <a:spAutoFit/>
          </a:bodyPr>
          <a:p>
            <a:pPr algn="l" marL="0"/>
            <a:r>
              <a:rPr lang="zh-CN" b="true" i="false" sz="1600" baseline="0" u="none" altLang="en-US">
                <a:solidFill>
                  <a:srgbClr val="FFFFFF"/>
                </a:solidFill>
                <a:latin typeface="微软雅黑"/>
                <a:ea typeface="微软雅黑"/>
              </a:rPr>
              <a:t>Writing Introductions</a:t>
            </a:r>
          </a:p>
        </p:txBody>
      </p:sp>
      <p:sp>
        <p:nvSpPr>
          <p:cNvPr name="AutoShape 9" id="9"/>
          <p:cNvSpPr/>
          <p:nvPr/>
        </p:nvSpPr>
        <p:spPr>
          <a:xfrm>
            <a:off x="4460117" y="3694703"/>
            <a:ext cx="3271525" cy="2025750"/>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latin typeface="微软雅黑"/>
                <a:ea typeface="微软雅黑"/>
              </a:rPr>
              <a:t>The AI agent can craft engaging introductions tailored to the topic, ensuring that the content captures readers' interest from the outset. This feature is particularly useful for content creators looking to improve reader engagement.</a:t>
            </a:r>
          </a:p>
        </p:txBody>
      </p:sp>
      <p:sp>
        <p:nvSpPr>
          <p:cNvPr name="AutoShape 10" id="10"/>
          <p:cNvSpPr/>
          <p:nvPr/>
        </p:nvSpPr>
        <p:spPr>
          <a:xfrm>
            <a:off x="4460117" y="1662382"/>
            <a:ext cx="3271525" cy="772107"/>
          </a:xfrm>
          <a:prstGeom prst="rect">
            <a:avLst/>
          </a:prstGeom>
          <a:noFill/>
          <a:ln>
            <a:noFill/>
          </a:ln>
        </p:spPr>
        <p:txBody>
          <a:bodyPr vert="horz" anchor="b" wrap="square" tIns="108000" lIns="108000" bIns="108000" rIns="108000">
            <a:spAutoFit/>
          </a:bodyPr>
          <a:p>
            <a:pPr algn="l" marL="0"/>
            <a:r>
              <a:rPr lang="en-US" b="true" i="false" sz="3600" baseline="0" u="none">
                <a:solidFill>
                  <a:schemeClr val="accent1">
                    <a:lumMod val="60000"/>
                    <a:lumOff val="40000"/>
                  </a:schemeClr>
                </a:solidFill>
                <a:latin typeface="Arial"/>
                <a:ea typeface="Arial"/>
              </a:rPr>
              <a:t>02</a:t>
            </a:r>
          </a:p>
        </p:txBody>
      </p:sp>
      <p:sp>
        <p:nvSpPr>
          <p:cNvPr name="AutoShape 11" id="11"/>
          <p:cNvSpPr/>
          <p:nvPr/>
        </p:nvSpPr>
        <p:spPr>
          <a:xfrm>
            <a:off x="4580396" y="2775025"/>
            <a:ext cx="552185" cy="45719"/>
          </a:xfrm>
          <a:prstGeom prst="rect">
            <a:avLst/>
          </a:prstGeom>
          <a:solidFill>
            <a:schemeClr val="accent1">
              <a:lumMod val="60000"/>
              <a:lumOff val="40000"/>
            </a:scheme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AutoShape 12" id="12"/>
          <p:cNvSpPr/>
          <p:nvPr/>
        </p:nvSpPr>
        <p:spPr>
          <a:xfrm>
            <a:off x="8336439" y="3062315"/>
            <a:ext cx="3271526" cy="464331"/>
          </a:xfrm>
          <a:prstGeom prst="rect">
            <a:avLst/>
          </a:prstGeom>
          <a:noFill/>
          <a:ln>
            <a:noFill/>
          </a:ln>
        </p:spPr>
        <p:txBody>
          <a:bodyPr vert="horz" anchor="t" wrap="square" tIns="108000" lIns="108000" bIns="108000" rIns="108000">
            <a:spAutoFit/>
          </a:bodyPr>
          <a:p>
            <a:pPr algn="l" marL="0"/>
            <a:r>
              <a:rPr lang="zh-CN" b="true" i="false" sz="1600" baseline="0" u="none" altLang="en-US">
                <a:solidFill>
                  <a:srgbClr val="FFFFFF"/>
                </a:solidFill>
                <a:latin typeface="微软雅黑"/>
                <a:ea typeface="微软雅黑"/>
              </a:rPr>
              <a:t>Ensuring Non-AI Detectable Content</a:t>
            </a:r>
          </a:p>
        </p:txBody>
      </p:sp>
      <p:sp>
        <p:nvSpPr>
          <p:cNvPr name="AutoShape 13" id="13"/>
          <p:cNvSpPr/>
          <p:nvPr/>
        </p:nvSpPr>
        <p:spPr>
          <a:xfrm>
            <a:off x="8336439" y="3694704"/>
            <a:ext cx="3271526" cy="2298266"/>
          </a:xfrm>
          <a:prstGeom prst="rect">
            <a:avLst/>
          </a:prstGeom>
          <a:noFill/>
          <a:ln>
            <a:noFill/>
          </a:ln>
        </p:spPr>
        <p:txBody>
          <a:bodyPr vert="horz" anchor="t" wrap="square" tIns="108000" lIns="108000" bIns="108000" rIns="108000">
            <a:spAutoFit/>
          </a:bodyPr>
          <a:p>
            <a:pPr algn="l" marL="0">
              <a:lnSpc>
                <a:spcPct val="150000"/>
              </a:lnSpc>
            </a:pPr>
            <a:r>
              <a:rPr lang="zh-CN" b="false" i="false" sz="1400" baseline="0" u="none" altLang="en-US">
                <a:solidFill>
                  <a:srgbClr val="FFFFFF"/>
                </a:solidFill>
                <a:latin typeface="微软雅黑"/>
                <a:ea typeface="微软雅黑"/>
              </a:rPr>
              <a:t>By utilizing advanced techniques, the AI agent generates content that passes AI detection tests, reducing the likelihood of being flagged as machine-generated. This capability is essential for maintaining authenticity in the content.</a:t>
            </a:r>
          </a:p>
        </p:txBody>
      </p:sp>
      <p:sp>
        <p:nvSpPr>
          <p:cNvPr name="AutoShape 14" id="14"/>
          <p:cNvSpPr/>
          <p:nvPr/>
        </p:nvSpPr>
        <p:spPr>
          <a:xfrm>
            <a:off x="8336439" y="1662382"/>
            <a:ext cx="3271526" cy="772107"/>
          </a:xfrm>
          <a:prstGeom prst="rect">
            <a:avLst/>
          </a:prstGeom>
          <a:noFill/>
          <a:ln>
            <a:noFill/>
          </a:ln>
        </p:spPr>
        <p:txBody>
          <a:bodyPr vert="horz" anchor="b" wrap="square" tIns="108000" lIns="108000" bIns="108000" rIns="108000">
            <a:spAutoFit/>
          </a:bodyPr>
          <a:p>
            <a:pPr algn="l" marL="0"/>
            <a:r>
              <a:rPr lang="en-US" b="true" i="false" sz="3600" baseline="0" u="none">
                <a:solidFill>
                  <a:schemeClr val="accent1">
                    <a:lumMod val="40000"/>
                    <a:lumOff val="60000"/>
                  </a:schemeClr>
                </a:solidFill>
                <a:latin typeface="Arial"/>
                <a:ea typeface="Arial"/>
              </a:rPr>
              <a:t>03</a:t>
            </a:r>
          </a:p>
        </p:txBody>
      </p:sp>
      <p:sp>
        <p:nvSpPr>
          <p:cNvPr name="AutoShape 15" id="15"/>
          <p:cNvSpPr/>
          <p:nvPr/>
        </p:nvSpPr>
        <p:spPr>
          <a:xfrm>
            <a:off x="8456717" y="2775025"/>
            <a:ext cx="552185" cy="45719"/>
          </a:xfrm>
          <a:prstGeom prst="rect">
            <a:avLst/>
          </a:prstGeom>
          <a:solidFill>
            <a:schemeClr val="accent1">
              <a:lumMod val="40000"/>
              <a:lumOff val="60000"/>
            </a:schemeClr>
          </a:solidFill>
          <a:ln cap="rnd">
            <a:noFill/>
            <a:prstDash val="solid"/>
          </a:ln>
          <a:effectLst/>
        </p:spPr>
        <p:txBody>
          <a:bodyPr vert="horz" rot="0" anchor="ctr" wrap="square" tIns="45720" lIns="91440" bIns="45720" rIns="91440">
            <a:prstTxWarp prst="textNoShape">
              <a:avLst/>
            </a:prstTxWarp>
            <a:normAutofit/>
          </a:bodyPr>
          <a:p>
            <a:pPr algn="ctr" marL="0"/>
          </a:p>
        </p:txBody>
      </p:sp>
    </p:spTree>
  </p:cSld>
  <p:clrMapOvr>
    <a:masterClrMapping/>
  </p:clrMapOvr>
  <p:transition spd="slow">
    <p:wheel spokes="8"/>
  </p:transition>
  <p:timing>
    <p:tnLst>
      <p:par>
        <p:cTn id="26814" dur="indefinite" repeatCount="1000" spd="100%" accel="0%" decel="0%" restart="never" nodeType="tmRoot">
          <p:childTnLst>
            <p:seq concurrent="true" nextAc="seek">
              <p:cTn id="26815" dur="indefinite" repeatCount="1000" spd="100%" accel="0%" decel="0%" nodeType="mainSeq">
                <p:childTnLst>
                  <p:par>
                    <p:cTn id="26816" repeatCount="1000" spd="100%" accel="0%" decel="0%" fill="hold">
                      <p:stCondLst>
                        <p:cond delay="indefinite"/>
                        <p:cond evt="onBegin" delay="0">
                          <p:tn val="26815"/>
                        </p:cond>
                      </p:stCondLst>
                      <p:childTnLst>
                        <p:par>
                          <p:cTn id="26817" repeatCount="1000" spd="100%" decel="0%" fill="hold">
                            <p:stCondLst>
                              <p:cond delay="0"/>
                            </p:stCondLst>
                            <p:childTnLst>
                              <p:par>
                                <p:cTn id="26818" presetID="37" presetClass="entr" presetSubtype="0" repeatCount="1000" spd="100%" decel="0%" fill="hold" nodeType="afterEffect">
                                  <p:stCondLst>
                                    <p:cond delay="0"/>
                                  </p:stCondLst>
                                  <p:childTnLst>
                                    <p:anim calcmode="lin" valueType="num">
                                      <p:cBhvr>
                                        <p:cTn id="26820" dur="1000" repeatCount="1000" spd="100%" accel="0%" decel="0%" fill="hold"/>
                                        <p:tgtEl>
                                          <p:spTgt spid="2"/>
                                        </p:tgtEl>
                                        <p:attrNameLst>
                                          <p:attrName>ppt_x</p:attrName>
                                        </p:attrNameLst>
                                      </p:cBhvr>
                                      <p:tavLst>
                                        <p:tav fmla="" tm="0">
                                          <p:val>
                                            <p:strVal val="#ppt_x"/>
                                          </p:val>
                                        </p:tav>
                                        <p:tav fmla="" tm="100000">
                                          <p:val>
                                            <p:strVal val="#ppt_x"/>
                                          </p:val>
                                        </p:tav>
                                      </p:tavLst>
                                    </p:anim>
                                    <p:anim calcmode="lin" valueType="num">
                                      <p:cBhvr>
                                        <p:cTn id="26821" dur="900" repeatCount="1000" spd="100%" accel="0%" decel="100000" fill="hold"/>
                                        <p:tgtEl>
                                          <p:spTgt spid="2"/>
                                        </p:tgtEl>
                                        <p:attrNameLst>
                                          <p:attrName>ppt_y</p:attrName>
                                        </p:attrNameLst>
                                      </p:cBhvr>
                                      <p:tavLst>
                                        <p:tav fmla="" tm="0">
                                          <p:val>
                                            <p:strVal val="#ppt_y+1"/>
                                          </p:val>
                                        </p:tav>
                                        <p:tav fmla="" tm="100000">
                                          <p:val>
                                            <p:strVal val="#ppt_y-.03"/>
                                          </p:val>
                                        </p:tav>
                                      </p:tavLst>
                                    </p:anim>
                                    <p:anim calcmode="lin" valueType="num">
                                      <p:cBhvr>
                                        <p:cTn id="26822" dur="100" repeatCount="1000" spd="100%" accel="100000" decel="0%" fill="hold">
                                          <p:stCondLst>
                                            <p:cond delay="900"/>
                                          </p:stCondLst>
                                        </p:cTn>
                                        <p:tgtEl>
                                          <p:spTgt spid="2"/>
                                        </p:tgtEl>
                                        <p:attrNameLst>
                                          <p:attrName>ppt_y</p:attrName>
                                        </p:attrNameLst>
                                      </p:cBhvr>
                                      <p:tavLst>
                                        <p:tav fmla="" tm="0">
                                          <p:val>
                                            <p:strVal val="#ppt_y-.03"/>
                                          </p:val>
                                        </p:tav>
                                        <p:tav fmla="" tm="100000">
                                          <p:val>
                                            <p:strVal val="#ppt_y"/>
                                          </p:val>
                                        </p:tav>
                                      </p:tavLst>
                                    </p:anim>
                                    <p:animEffect filter="fade" transition="in">
                                      <p:cBhvr>
                                        <p:cTn id="26819" dur="1000" repeatCount="1000" spd="100%" accel="0%" decel="0%"/>
                                        <p:tgtEl>
                                          <p:spTgt spid="2"/>
                                        </p:tgtEl>
                                      </p:cBhvr>
                                    </p:animEffect>
                                    <p:set>
                                      <p:cBhvr>
                                        <p:cTn id="26823" dur="1" repeatCount="1000" spd="100%" accel="0%" decel="0%" fill="hold">
                                          <p:stCondLst>
                                            <p:cond delay="0"/>
                                          </p:stCondLst>
                                        </p:cTn>
                                        <p:tgtEl>
                                          <p:spTgt spid="2"/>
                                        </p:tgtEl>
                                        <p:attrNameLst>
                                          <p:attrName>style.visibility</p:attrName>
                                        </p:attrNameLst>
                                      </p:cBhvr>
                                      <p:to>
                                        <p:strVal val="visible"/>
                                      </p:to>
                                    </p:set>
                                  </p:childTnLst>
                                </p:cTn>
                              </p:par>
                            </p:childTnLst>
                          </p:cTn>
                        </p:par>
                        <p:par>
                          <p:cTn id="26824" repeatCount="1000" spd="100%" decel="0%" fill="hold">
                            <p:stCondLst>
                              <p:cond delay="0"/>
                            </p:stCondLst>
                            <p:childTnLst>
                              <p:par>
                                <p:cTn id="26825" presetID="1" presetClass="entr" presetSubtype="0" repeatCount="1000" spd="100%" decel="0%" fill="hold" nodeType="afterEffect">
                                  <p:stCondLst>
                                    <p:cond delay="0"/>
                                  </p:stCondLst>
                                  <p:childTnLst>
                                    <p:set>
                                      <p:cBhvr>
                                        <p:cTn id="26826" dur="1" repeatCount="1000" spd="100%" accel="0%" decel="0%" fill="hold">
                                          <p:stCondLst>
                                            <p:cond delay="0"/>
                                          </p:stCondLst>
                                        </p:cTn>
                                        <p:tgtEl>
                                          <p:spTgt spid="6"/>
                                        </p:tgtEl>
                                        <p:attrNameLst>
                                          <p:attrName>style.visibility</p:attrName>
                                        </p:attrNameLst>
                                      </p:cBhvr>
                                      <p:to>
                                        <p:strVal val="visible"/>
                                      </p:to>
                                    </p:set>
                                  </p:childTnLst>
                                </p:cTn>
                              </p:par>
                            </p:childTnLst>
                          </p:cTn>
                        </p:par>
                        <p:par>
                          <p:cTn id="26827" repeatCount="1000" spd="100%" decel="0%" fill="hold">
                            <p:stCondLst>
                              <p:cond delay="0"/>
                            </p:stCondLst>
                            <p:childTnLst>
                              <p:par>
                                <p:cTn id="26828" presetID="55" presetClass="entr" presetSubtype="0" repeatCount="1000" spd="100%" decel="0%" fill="hold" nodeType="afterEffect">
                                  <p:stCondLst>
                                    <p:cond delay="0"/>
                                  </p:stCondLst>
                                  <p:childTnLst>
                                    <p:anim calcmode="lin" valueType="num">
                                      <p:cBhvr>
                                        <p:cTn id="26830" dur="1000" repeatCount="1000" spd="100%" accel="0%" decel="0%" fill="hold"/>
                                        <p:tgtEl>
                                          <p:spTgt spid="4"/>
                                        </p:tgtEl>
                                        <p:attrNameLst>
                                          <p:attrName>ppt_w</p:attrName>
                                        </p:attrNameLst>
                                      </p:cBhvr>
                                      <p:tavLst>
                                        <p:tav fmla="" tm="0">
                                          <p:val>
                                            <p:strVal val="#ppt_w*0.70"/>
                                          </p:val>
                                        </p:tav>
                                        <p:tav fmla="" tm="100000">
                                          <p:val>
                                            <p:strVal val="#ppt_w"/>
                                          </p:val>
                                        </p:tav>
                                      </p:tavLst>
                                    </p:anim>
                                    <p:anim calcmode="lin" valueType="num">
                                      <p:cBhvr>
                                        <p:cTn id="26831" dur="1000" repeatCount="1000" spd="100%" accel="0%" decel="0%" fill="hold"/>
                                        <p:tgtEl>
                                          <p:spTgt spid="4"/>
                                        </p:tgtEl>
                                        <p:attrNameLst>
                                          <p:attrName>ppt_h</p:attrName>
                                        </p:attrNameLst>
                                      </p:cBhvr>
                                      <p:tavLst>
                                        <p:tav fmla="" tm="0">
                                          <p:val>
                                            <p:strVal val="#ppt_h"/>
                                          </p:val>
                                        </p:tav>
                                        <p:tav fmla="" tm="100000">
                                          <p:val>
                                            <p:strVal val="#ppt_h"/>
                                          </p:val>
                                        </p:tav>
                                      </p:tavLst>
                                    </p:anim>
                                    <p:animEffect filter="fade" transition="in">
                                      <p:cBhvr>
                                        <p:cTn id="26829" dur="1000" repeatCount="1000" spd="100%" accel="0%" decel="0%"/>
                                        <p:tgtEl>
                                          <p:spTgt spid="4"/>
                                        </p:tgtEl>
                                      </p:cBhvr>
                                    </p:animEffect>
                                    <p:set>
                                      <p:cBhvr>
                                        <p:cTn id="26832" dur="1" repeatCount="1000" spd="100%" accel="0%" decel="0%" fill="hold">
                                          <p:stCondLst>
                                            <p:cond delay="0"/>
                                          </p:stCondLst>
                                        </p:cTn>
                                        <p:tgtEl>
                                          <p:spTgt spid="4"/>
                                        </p:tgtEl>
                                        <p:attrNameLst>
                                          <p:attrName>style.visibility</p:attrName>
                                        </p:attrNameLst>
                                      </p:cBhvr>
                                      <p:to>
                                        <p:strVal val="visible"/>
                                      </p:to>
                                    </p:set>
                                  </p:childTnLst>
                                </p:cTn>
                              </p:par>
                            </p:childTnLst>
                          </p:cTn>
                        </p:par>
                        <p:par>
                          <p:cTn id="26833" repeatCount="1000" spd="100%" decel="0%" fill="hold">
                            <p:stCondLst>
                              <p:cond delay="0"/>
                            </p:stCondLst>
                            <p:childTnLst>
                              <p:par>
                                <p:cTn id="26834" presetID="22" presetClass="entr" presetSubtype="4" repeatCount="1000" spd="100%" decel="0%" fill="hold" nodeType="afterEffect">
                                  <p:stCondLst>
                                    <p:cond delay="0"/>
                                  </p:stCondLst>
                                  <p:childTnLst>
                                    <p:animEffect filter="wipe(down)" transition="in">
                                      <p:cBhvr>
                                        <p:cTn id="26835" dur="500" repeatCount="1000" spd="100%" accel="0%" decel="0%"/>
                                        <p:tgtEl>
                                          <p:spTgt spid="5"/>
                                        </p:tgtEl>
                                      </p:cBhvr>
                                    </p:animEffect>
                                    <p:set>
                                      <p:cBhvr>
                                        <p:cTn id="26836" dur="500" repeatCount="1000" spd="100%" accel="0%" decel="0%" fill="hold">
                                          <p:stCondLst>
                                            <p:cond delay="0"/>
                                          </p:stCondLst>
                                        </p:cTn>
                                        <p:tgtEl>
                                          <p:spTgt spid="5"/>
                                        </p:tgtEl>
                                        <p:attrNameLst>
                                          <p:attrName>style.visibility</p:attrName>
                                        </p:attrNameLst>
                                      </p:cBhvr>
                                      <p:to>
                                        <p:strVal val="visible"/>
                                      </p:to>
                                    </p:set>
                                  </p:childTnLst>
                                </p:cTn>
                              </p:par>
                            </p:childTnLst>
                          </p:cTn>
                        </p:par>
                        <p:par>
                          <p:cTn id="26837" repeatCount="1000" spd="100%" decel="0%" fill="hold">
                            <p:stCondLst>
                              <p:cond delay="0"/>
                            </p:stCondLst>
                            <p:childTnLst>
                              <p:par>
                                <p:cTn id="26838" presetID="1" presetClass="entr" presetSubtype="0" repeatCount="1000" spd="100%" decel="0%" fill="hold" nodeType="afterEffect">
                                  <p:stCondLst>
                                    <p:cond delay="0"/>
                                  </p:stCondLst>
                                  <p:childTnLst>
                                    <p:set>
                                      <p:cBhvr>
                                        <p:cTn id="26839" dur="1" repeatCount="1000" spd="100%" accel="0%" decel="0%" fill="hold">
                                          <p:stCondLst>
                                            <p:cond delay="0"/>
                                          </p:stCondLst>
                                        </p:cTn>
                                        <p:tgtEl>
                                          <p:spTgt spid="10"/>
                                        </p:tgtEl>
                                        <p:attrNameLst>
                                          <p:attrName>style.visibility</p:attrName>
                                        </p:attrNameLst>
                                      </p:cBhvr>
                                      <p:to>
                                        <p:strVal val="visible"/>
                                      </p:to>
                                    </p:set>
                                  </p:childTnLst>
                                </p:cTn>
                              </p:par>
                            </p:childTnLst>
                          </p:cTn>
                        </p:par>
                        <p:par>
                          <p:cTn id="26840" repeatCount="1000" spd="100%" decel="0%" fill="hold">
                            <p:stCondLst>
                              <p:cond delay="0"/>
                            </p:stCondLst>
                            <p:childTnLst>
                              <p:par>
                                <p:cTn id="26841" presetID="17" presetClass="entr" presetSubtype="2" repeatCount="1000" spd="100%" decel="0%" fill="hold" nodeType="afterEffect">
                                  <p:stCondLst>
                                    <p:cond delay="0"/>
                                  </p:stCondLst>
                                  <p:childTnLst>
                                    <p:anim calcmode="lin" valueType="num">
                                      <p:cBhvr additive="base">
                                        <p:cTn id="26842" dur="500" repeatCount="1000" spd="100%" accel="0%" decel="0%" fill="hold"/>
                                        <p:tgtEl>
                                          <p:spTgt spid="8"/>
                                        </p:tgtEl>
                                        <p:attrNameLst>
                                          <p:attrName>ppt_x</p:attrName>
                                        </p:attrNameLst>
                                      </p:cBhvr>
                                      <p:tavLst>
                                        <p:tav fmla="" tm="0">
                                          <p:val>
                                            <p:strVal val="#ppt_x+#ppt_w/2"/>
                                          </p:val>
                                        </p:tav>
                                        <p:tav fmla="" tm="100000">
                                          <p:val>
                                            <p:strVal val="#ppt_x"/>
                                          </p:val>
                                        </p:tav>
                                      </p:tavLst>
                                    </p:anim>
                                    <p:anim calcmode="lin" valueType="num">
                                      <p:cBhvr additive="base">
                                        <p:cTn id="26843" dur="500" repeatCount="1000" spd="100%" accel="0%" decel="0%" fill="hold"/>
                                        <p:tgtEl>
                                          <p:spTgt spid="8"/>
                                        </p:tgtEl>
                                        <p:attrNameLst>
                                          <p:attrName>ppt_y</p:attrName>
                                        </p:attrNameLst>
                                      </p:cBhvr>
                                      <p:tavLst>
                                        <p:tav fmla="" tm="0">
                                          <p:val>
                                            <p:strVal val="#ppt_y"/>
                                          </p:val>
                                        </p:tav>
                                        <p:tav fmla="" tm="100000">
                                          <p:val>
                                            <p:strVal val="#ppt_y"/>
                                          </p:val>
                                        </p:tav>
                                      </p:tavLst>
                                    </p:anim>
                                    <p:anim calcmode="lin" valueType="num">
                                      <p:cBhvr additive="base">
                                        <p:cTn id="26844" dur="500" repeatCount="1000" spd="100%" accel="0%" decel="0%" fill="hold"/>
                                        <p:tgtEl>
                                          <p:spTgt spid="8"/>
                                        </p:tgtEl>
                                        <p:attrNameLst>
                                          <p:attrName>ppt_w</p:attrName>
                                        </p:attrNameLst>
                                      </p:cBhvr>
                                      <p:tavLst>
                                        <p:tav fmla="" tm="0">
                                          <p:val>
                                            <p:fltVal val="0.0"/>
                                          </p:val>
                                        </p:tav>
                                        <p:tav fmla="" tm="100000">
                                          <p:val>
                                            <p:strVal val="#ppt_w"/>
                                          </p:val>
                                        </p:tav>
                                      </p:tavLst>
                                    </p:anim>
                                    <p:anim calcmode="lin" valueType="num">
                                      <p:cBhvr additive="base">
                                        <p:cTn id="26845" dur="500" repeatCount="1000" spd="100%" accel="0%" decel="0%" fill="hold"/>
                                        <p:tgtEl>
                                          <p:spTgt spid="8"/>
                                        </p:tgtEl>
                                        <p:attrNameLst>
                                          <p:attrName>ppt_h</p:attrName>
                                        </p:attrNameLst>
                                      </p:cBhvr>
                                      <p:tavLst>
                                        <p:tav fmla="" tm="0">
                                          <p:val>
                                            <p:strVal val="#ppt_h"/>
                                          </p:val>
                                        </p:tav>
                                        <p:tav fmla="" tm="100000">
                                          <p:val>
                                            <p:strVal val="#ppt_h"/>
                                          </p:val>
                                        </p:tav>
                                      </p:tavLst>
                                    </p:anim>
                                    <p:set>
                                      <p:cBhvr additive="base">
                                        <p:cTn id="26846" dur="500" repeatCount="1000" spd="100%" accel="0%" decel="0%" fill="hold">
                                          <p:stCondLst>
                                            <p:cond delay="0"/>
                                          </p:stCondLst>
                                        </p:cTn>
                                        <p:tgtEl>
                                          <p:spTgt spid="8"/>
                                        </p:tgtEl>
                                        <p:attrNameLst>
                                          <p:attrName>style.visibility</p:attrName>
                                        </p:attrNameLst>
                                      </p:cBhvr>
                                      <p:to>
                                        <p:strVal val="visible"/>
                                      </p:to>
                                    </p:set>
                                  </p:childTnLst>
                                </p:cTn>
                              </p:par>
                            </p:childTnLst>
                          </p:cTn>
                        </p:par>
                        <p:par>
                          <p:cTn id="26847" repeatCount="1000" spd="100%" decel="0%" fill="hold">
                            <p:stCondLst>
                              <p:cond delay="0"/>
                            </p:stCondLst>
                            <p:childTnLst>
                              <p:par>
                                <p:cTn id="26848" presetID="19" presetClass="entr" presetSubtype="10" repeatCount="1000" spd="100%" decel="0%" fill="hold" nodeType="afterEffect">
                                  <p:stCondLst>
                                    <p:cond delay="0"/>
                                  </p:stCondLst>
                                  <p:childTnLst>
                                    <p:anim calcmode="lin" valueType="num">
                                      <p:cBhvr>
                                        <p:cTn id="26849" dur="2000" repeatCount="1000" spd="100%" accel="0%" decel="0%" fill="hold"/>
                                        <p:tgtEl>
                                          <p:spTgt spid="9"/>
                                        </p:tgtEl>
                                        <p:attrNameLst>
                                          <p:attrName>ppt_w</p:attrName>
                                        </p:attrNameLst>
                                      </p:cBhvr>
                                      <p:tavLst>
                                        <p:tav fmla="#ppt_w*sin(2.5*pi*$)" tm="0">
                                          <p:val>
                                            <p:fltVal val="0.0"/>
                                          </p:val>
                                        </p:tav>
                                        <p:tav fmla="" tm="100000">
                                          <p:val>
                                            <p:fltVal val="1.0"/>
                                          </p:val>
                                        </p:tav>
                                      </p:tavLst>
                                    </p:anim>
                                    <p:anim calcmode="lin" valueType="num">
                                      <p:cBhvr>
                                        <p:cTn id="26850" dur="2000" repeatCount="1000" spd="100%" accel="0%" decel="0%" fill="hold"/>
                                        <p:tgtEl>
                                          <p:spTgt spid="9"/>
                                        </p:tgtEl>
                                        <p:attrNameLst>
                                          <p:attrName>ppt_h</p:attrName>
                                        </p:attrNameLst>
                                      </p:cBhvr>
                                      <p:tavLst>
                                        <p:tav fmla="" tm="0">
                                          <p:val>
                                            <p:strVal val="#ppt_h"/>
                                          </p:val>
                                        </p:tav>
                                        <p:tav fmla="" tm="100000">
                                          <p:val>
                                            <p:strVal val="#ppt_h"/>
                                          </p:val>
                                        </p:tav>
                                      </p:tavLst>
                                    </p:anim>
                                    <p:set>
                                      <p:cBhvr>
                                        <p:cTn id="26851" dur="2000" repeatCount="1000" spd="100%" accel="0%" decel="0%" fill="hold">
                                          <p:stCondLst>
                                            <p:cond delay="0"/>
                                          </p:stCondLst>
                                        </p:cTn>
                                        <p:tgtEl>
                                          <p:spTgt spid="9"/>
                                        </p:tgtEl>
                                        <p:attrNameLst>
                                          <p:attrName>style.visibility</p:attrName>
                                        </p:attrNameLst>
                                      </p:cBhvr>
                                      <p:to>
                                        <p:strVal val="visible"/>
                                      </p:to>
                                    </p:set>
                                  </p:childTnLst>
                                </p:cTn>
                              </p:par>
                            </p:childTnLst>
                          </p:cTn>
                        </p:par>
                        <p:par>
                          <p:cTn id="26852" repeatCount="1000" spd="100%" decel="0%" fill="hold">
                            <p:stCondLst>
                              <p:cond delay="0"/>
                            </p:stCondLst>
                            <p:childTnLst>
                              <p:par>
                                <p:cTn id="26853" presetID="1" presetClass="entr" presetSubtype="0" repeatCount="1000" spd="100%" decel="0%" fill="hold" nodeType="afterEffect">
                                  <p:stCondLst>
                                    <p:cond delay="0"/>
                                  </p:stCondLst>
                                  <p:childTnLst>
                                    <p:set>
                                      <p:cBhvr>
                                        <p:cTn id="26854" dur="1" repeatCount="1000" spd="100%" accel="0%" decel="0%" fill="hold">
                                          <p:stCondLst>
                                            <p:cond delay="0"/>
                                          </p:stCondLst>
                                        </p:cTn>
                                        <p:tgtEl>
                                          <p:spTgt spid="14"/>
                                        </p:tgtEl>
                                        <p:attrNameLst>
                                          <p:attrName>style.visibility</p:attrName>
                                        </p:attrNameLst>
                                      </p:cBhvr>
                                      <p:to>
                                        <p:strVal val="visible"/>
                                      </p:to>
                                    </p:set>
                                  </p:childTnLst>
                                </p:cTn>
                              </p:par>
                            </p:childTnLst>
                          </p:cTn>
                        </p:par>
                        <p:par>
                          <p:cTn id="26855" repeatCount="1000" spd="100%" decel="0%" fill="hold">
                            <p:stCondLst>
                              <p:cond delay="0"/>
                            </p:stCondLst>
                            <p:childTnLst>
                              <p:par>
                                <p:cTn id="26856" presetID="48" presetClass="entr" presetSubtype="0" repeatCount="1000" spd="100%" decel="0%" fill="hold" nodeType="afterEffect">
                                  <p:stCondLst>
                                    <p:cond delay="0"/>
                                  </p:stCondLst>
                                  <p:childTnLst>
                                    <p:anim calcmode="lin" valueType="num">
                                      <p:cBhvr>
                                        <p:cTn id="26858" dur="1000" repeatCount="1000" spd="100%" accel="0%" decel="0%" fill="hold"/>
                                        <p:tgtEl>
                                          <p:spTgt spid="12"/>
                                        </p:tgtEl>
                                        <p:attrNameLst>
                                          <p:attrName>style.rotation</p:attrName>
                                        </p:attrNameLst>
                                      </p:cBhvr>
                                      <p:tavLst>
                                        <p:tav fmla="" tm="0">
                                          <p:val>
                                            <p:fltVal val="90.0"/>
                                          </p:val>
                                        </p:tav>
                                        <p:tav fmla="" tm="80000">
                                          <p:val>
                                            <p:fltVal val="90.0"/>
                                          </p:val>
                                        </p:tav>
                                        <p:tav fmla="" tm="80000">
                                          <p:val>
                                            <p:fltVal val="90.0"/>
                                          </p:val>
                                        </p:tav>
                                        <p:tav fmla="" tm="100000">
                                          <p:val>
                                            <p:fltVal val="0.0"/>
                                          </p:val>
                                        </p:tav>
                                      </p:tavLst>
                                    </p:anim>
                                    <p:anim calcmode="lin" valueType="num">
                                      <p:cBhvr>
                                        <p:cTn id="26859" dur="1000" repeatCount="1000" spd="100%" accel="0%" decel="0%" fill="hold"/>
                                        <p:tgtEl>
                                          <p:spTgt spid="12"/>
                                        </p:tgtEl>
                                        <p:attrNameLst>
                                          <p:attrName>ppt_x</p:attrName>
                                        </p:attrNameLst>
                                      </p:cBhvr>
                                      <p:tavLst>
                                        <p:tav fmla="" tm="0">
                                          <p:val>
                                            <p:fltVal val="-1.0"/>
                                          </p:val>
                                        </p:tav>
                                        <p:tav fmla="" tm="50000">
                                          <p:val>
                                            <p:fltVal val="0.95"/>
                                          </p:val>
                                        </p:tav>
                                        <p:tav fmla="" tm="100000">
                                          <p:val>
                                            <p:strVal val="#ppt_x"/>
                                          </p:val>
                                        </p:tav>
                                      </p:tavLst>
                                    </p:anim>
                                    <p:anim calcmode="lin" valueType="num">
                                      <p:cBhvr>
                                        <p:cTn id="26860" dur="1000" repeatCount="1000" spd="100%" accel="0%" decel="0%" fill="hold"/>
                                        <p:tgtEl>
                                          <p:spTgt spid="12"/>
                                        </p:tgtEl>
                                        <p:attrNameLst>
                                          <p:attrName>ppt_y</p:attrName>
                                        </p:attrNameLst>
                                      </p:cBhvr>
                                      <p:tavLst>
                                        <p:tav fmla="" tm="0">
                                          <p:val>
                                            <p:strVal val="#ppt_y"/>
                                          </p:val>
                                        </p:tav>
                                        <p:tav fmla="" tm="100000">
                                          <p:val>
                                            <p:strVal val="#ppt_y"/>
                                          </p:val>
                                        </p:tav>
                                      </p:tavLst>
                                    </p:anim>
                                    <p:animEffect filter="fade" transition="in">
                                      <p:cBhvr>
                                        <p:cTn id="26857" dur="1000" repeatCount="1000" spd="100%" accel="0%" decel="0%"/>
                                        <p:tgtEl>
                                          <p:spTgt spid="12"/>
                                        </p:tgtEl>
                                      </p:cBhvr>
                                    </p:animEffect>
                                    <p:set>
                                      <p:cBhvr>
                                        <p:cTn id="26861" dur="1" repeatCount="1000" spd="100%" accel="0%" decel="0%" fill="hold">
                                          <p:stCondLst>
                                            <p:cond delay="0"/>
                                          </p:stCondLst>
                                        </p:cTn>
                                        <p:tgtEl>
                                          <p:spTgt spid="12"/>
                                        </p:tgtEl>
                                        <p:attrNameLst>
                                          <p:attrName>style.visibility</p:attrName>
                                        </p:attrNameLst>
                                      </p:cBhvr>
                                      <p:to>
                                        <p:strVal val="visible"/>
                                      </p:to>
                                    </p:set>
                                  </p:childTnLst>
                                </p:cTn>
                              </p:par>
                            </p:childTnLst>
                          </p:cTn>
                        </p:par>
                        <p:par>
                          <p:cTn id="26862" repeatCount="1000" spd="100%" decel="0%" fill="hold">
                            <p:stCondLst>
                              <p:cond delay="0"/>
                            </p:stCondLst>
                            <p:childTnLst>
                              <p:par>
                                <p:cTn id="26863" presetID="23" presetClass="entr" presetSubtype="36" repeatCount="1000" spd="100%" decel="0%" fill="hold" nodeType="afterEffect">
                                  <p:stCondLst>
                                    <p:cond delay="0"/>
                                  </p:stCondLst>
                                  <p:childTnLst>
                                    <p:anim calcmode="lin" valueType="num">
                                      <p:cBhvr>
                                        <p:cTn id="26864" dur="500" repeatCount="1000" spd="100%" accel="0%" decel="0%" fill="hold"/>
                                        <p:tgtEl>
                                          <p:spTgt spid="13"/>
                                        </p:tgtEl>
                                        <p:attrNameLst>
                                          <p:attrName>ppt_w</p:attrName>
                                        </p:attrNameLst>
                                      </p:cBhvr>
                                      <p:tavLst>
                                        <p:tav fmla="" tm="0">
                                          <p:val>
                                            <p:strVal val="(6*min(max(#ppt_w*#ppt_h,.3),1)-7.4)/-.7*#ppt_w"/>
                                          </p:val>
                                        </p:tav>
                                        <p:tav fmla="" tm="100000">
                                          <p:val>
                                            <p:strVal val="#ppt_w"/>
                                          </p:val>
                                        </p:tav>
                                      </p:tavLst>
                                    </p:anim>
                                    <p:anim calcmode="lin" valueType="num">
                                      <p:cBhvr>
                                        <p:cTn id="26865" dur="500" repeatCount="1000" spd="100%" accel="0%" decel="0%" fill="hold"/>
                                        <p:tgtEl>
                                          <p:spTgt spid="13"/>
                                        </p:tgtEl>
                                        <p:attrNameLst>
                                          <p:attrName>ppt_h</p:attrName>
                                        </p:attrNameLst>
                                      </p:cBhvr>
                                      <p:tavLst>
                                        <p:tav fmla="" tm="0">
                                          <p:val>
                                            <p:strVal val="(6*min(max(#ppt_w*#ppt_h,.3),1)-7.4)/-.7*#ppt_h"/>
                                          </p:val>
                                        </p:tav>
                                        <p:tav fmla="" tm="100000">
                                          <p:val>
                                            <p:strVal val="#ppt_h"/>
                                          </p:val>
                                        </p:tav>
                                      </p:tavLst>
                                    </p:anim>
                                    <p:anim calcmode="lin" valueType="num">
                                      <p:cBhvr>
                                        <p:cTn id="26866" dur="500" repeatCount="1000" spd="100%" accel="0%" decel="0%" fill="hold"/>
                                        <p:tgtEl>
                                          <p:spTgt spid="13"/>
                                        </p:tgtEl>
                                        <p:attrNameLst>
                                          <p:attrName>ppt_x</p:attrName>
                                        </p:attrNameLst>
                                      </p:cBhvr>
                                      <p:tavLst>
                                        <p:tav fmla="" tm="0">
                                          <p:val>
                                            <p:fltVal val="0.5"/>
                                          </p:val>
                                        </p:tav>
                                        <p:tav fmla="" tm="100000">
                                          <p:val>
                                            <p:strVal val="#ppt_x"/>
                                          </p:val>
                                        </p:tav>
                                      </p:tavLst>
                                    </p:anim>
                                    <p:anim calcmode="lin" valueType="num">
                                      <p:cBhvr>
                                        <p:cTn id="26867" dur="500" repeatCount="1000" spd="100%" accel="0%" decel="0%" fill="hold"/>
                                        <p:tgtEl>
                                          <p:spTgt spid="13"/>
                                        </p:tgtEl>
                                        <p:attrNameLst>
                                          <p:attrName>ppt_y</p:attrName>
                                        </p:attrNameLst>
                                      </p:cBhvr>
                                      <p:tavLst>
                                        <p:tav fmla="" tm="0">
                                          <p:val>
                                            <p:strVal val="1+(6*min(max(#ppt_w*#ppt_h,.3),1)-7.4)/-.7*#ppt_h/2"/>
                                          </p:val>
                                        </p:tav>
                                        <p:tav fmla="" tm="100000">
                                          <p:val>
                                            <p:strVal val="#ppt_y"/>
                                          </p:val>
                                        </p:tav>
                                      </p:tavLst>
                                    </p:anim>
                                    <p:set>
                                      <p:cBhvr>
                                        <p:cTn id="26868" dur="500" repeatCount="1000" spd="100%" accel="0%" decel="0%"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a:off x="6695691" y="0"/>
            <a:ext cx="5496310" cy="6858000"/>
            <a:chOff x="6695691" y="0"/>
            <a:chExt cx="5496310" cy="6858000"/>
          </a:xfrm>
        </p:grpSpPr>
        <p:sp>
          <p:nvSpPr>
            <p:cNvPr name="AutoShape 3" id="3"/>
            <p:cNvSpPr/>
            <p:nvPr/>
          </p:nvSpPr>
          <p:spPr>
            <a:xfrm>
              <a:off x="6695691" y="1027252"/>
              <a:ext cx="855240" cy="1728196"/>
            </a:xfrm>
            <a:prstGeom prst="parallelogram">
              <a:avLst>
                <a:gd name="adj" fmla="val 63161"/>
              </a:avLst>
            </a:pr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Freeform 4" id="4"/>
            <p:cNvSpPr/>
            <p:nvPr/>
          </p:nvSpPr>
          <p:spPr>
            <a:xfrm>
              <a:off x="9051780" y="0"/>
              <a:ext cx="3140221" cy="6858000"/>
            </a:xfrm>
            <a:custGeom>
              <a:avLst/>
              <a:gdLst/>
              <a:ahLst/>
              <a:cxnLst/>
              <a:rect r="r" b="b" t="t" l="l"/>
              <a:pathLst>
                <a:path w="3140221" h="6858000" stroke="true" fill="norm" extrusionOk="true">
                  <a:moveTo>
                    <a:pt x="2124956" y="0"/>
                  </a:moveTo>
                  <a:lnTo>
                    <a:pt x="3140221" y="0"/>
                  </a:lnTo>
                  <a:lnTo>
                    <a:pt x="3140221" y="6858000"/>
                  </a:lnTo>
                  <a:lnTo>
                    <a:pt x="0" y="6858000"/>
                  </a:lnTo>
                  <a:close/>
                </a:path>
              </a:pathLst>
            </a:cu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Autofit/>
            </a:bodyPr>
            <a:p>
              <a:pPr algn="ctr" marL="0"/>
            </a:p>
          </p:txBody>
        </p:sp>
        <p:sp>
          <p:nvSpPr>
            <p:cNvPr name="AutoShape 5" id="5"/>
            <p:cNvSpPr/>
            <p:nvPr/>
          </p:nvSpPr>
          <p:spPr>
            <a:xfrm>
              <a:off x="8624159" y="3727928"/>
              <a:ext cx="855240" cy="1728196"/>
            </a:xfrm>
            <a:prstGeom prst="parallelogram">
              <a:avLst>
                <a:gd name="adj" fmla="val 63161"/>
              </a:avLst>
            </a:prstGeom>
            <a:solidFill>
              <a:schemeClr val="accent3"/>
            </a:solidFill>
            <a:ln cap="rnd">
              <a:noFill/>
              <a:prstDash val="solid"/>
            </a:ln>
            <a:effectLst/>
          </p:spPr>
          <p:txBody>
            <a:bodyPr vert="horz" rot="0" anchor="ctr" wrap="square" tIns="45720" lIns="91440" bIns="45720" rIns="91440">
              <a:prstTxWarp prst="textNoShape">
                <a:avLst/>
              </a:prstTxWarp>
              <a:normAutofit/>
            </a:bodyPr>
            <a:p>
              <a:pPr algn="ctr" marL="0"/>
            </a:p>
          </p:txBody>
        </p:sp>
      </p:grpSp>
      <p:sp>
        <p:nvSpPr>
          <p:cNvPr name="AutoShape 6" id="6"/>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en-US" b="true" i="false" sz="2800" baseline="0" u="none">
                <a:solidFill>
                  <a:srgbClr val="FFFFFF"/>
                </a:solidFill>
                <a:latin typeface="微软雅黑"/>
                <a:ea typeface="微软雅黑"/>
              </a:rPr>
              <a:t>Advanced Writing Capabilities</a:t>
            </a:r>
          </a:p>
        </p:txBody>
      </p:sp>
      <p:sp>
        <p:nvSpPr>
          <p:cNvPr name="TextBox 7" id="7"/>
          <p:cNvSpPr txBox="true"/>
          <p:nvPr/>
        </p:nvSpPr>
        <p:spPr>
          <a:xfrm>
            <a:off x="709778" y="3342964"/>
            <a:ext cx="2777664" cy="1993238"/>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The AI's ability to comprehend context ensures that generated content is relevant and coherent. This understanding allows it to produce nuanced responses and tailor content to specific audience needs effectively.</a:t>
            </a:r>
            <a:endParaRPr lang="en-US" sz="1100"/>
          </a:p>
        </p:txBody>
      </p:sp>
      <p:sp>
        <p:nvSpPr>
          <p:cNvPr name="TextBox 8" id="8"/>
          <p:cNvSpPr txBox="true"/>
          <p:nvPr/>
        </p:nvSpPr>
        <p:spPr>
          <a:xfrm>
            <a:off x="783461" y="1487649"/>
            <a:ext cx="2571659" cy="461665"/>
          </a:xfrm>
          <a:prstGeom prst="rect">
            <a:avLst/>
          </a:prstGeom>
          <a:noFill/>
        </p:spPr>
        <p:txBody>
          <a:bodyPr anchor="t" rtlCol="false" vert="horz" wrap="square" tIns="45720" lIns="91440" bIns="45720" rIns="91440">
            <a:spAutoFit/>
          </a:bodyPr>
          <a:lstStyle/>
          <a:p>
            <a:pPr algn="l" marL="0">
              <a:defRPr/>
            </a:pPr>
            <a:r>
              <a:rPr lang="en-US" b="true" i="false" sz="2400" baseline="0" u="none">
                <a:solidFill>
                  <a:schemeClr val="accent1"/>
                </a:solidFill>
                <a:latin typeface="Arial"/>
                <a:ea typeface="Arial"/>
              </a:rPr>
              <a:t>01 </a:t>
            </a:r>
            <a:endParaRPr lang="en-US" sz="1100"/>
          </a:p>
        </p:txBody>
      </p:sp>
      <p:sp>
        <p:nvSpPr>
          <p:cNvPr name="TextBox 9" id="9"/>
          <p:cNvSpPr txBox="true"/>
          <p:nvPr/>
        </p:nvSpPr>
        <p:spPr>
          <a:xfrm>
            <a:off x="4693789" y="3345807"/>
            <a:ext cx="2777664" cy="1993238"/>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The overall quality of articles generated by the AI agent surpasses that of traditional content creation tools. Its sophisticated writing abilities produce polished, professional-grade articles that meet high standards for readability and engagement.</a:t>
            </a:r>
            <a:endParaRPr lang="en-US" sz="1100"/>
          </a:p>
        </p:txBody>
      </p:sp>
      <p:sp>
        <p:nvSpPr>
          <p:cNvPr name="TextBox 10" id="10"/>
          <p:cNvSpPr txBox="true"/>
          <p:nvPr/>
        </p:nvSpPr>
        <p:spPr>
          <a:xfrm>
            <a:off x="4767472" y="1490492"/>
            <a:ext cx="2571659" cy="461665"/>
          </a:xfrm>
          <a:prstGeom prst="rect">
            <a:avLst/>
          </a:prstGeom>
          <a:noFill/>
        </p:spPr>
        <p:txBody>
          <a:bodyPr anchor="t" rtlCol="false" vert="horz" wrap="square" tIns="45720" lIns="91440" bIns="45720" rIns="91440">
            <a:spAutoFit/>
          </a:bodyPr>
          <a:lstStyle/>
          <a:p>
            <a:pPr algn="l" marL="0">
              <a:defRPr/>
            </a:pPr>
            <a:r>
              <a:rPr lang="en-US" b="true" i="false" sz="2400" baseline="0" u="none">
                <a:solidFill>
                  <a:schemeClr val="accent2"/>
                </a:solidFill>
                <a:latin typeface="Arial"/>
                <a:ea typeface="Arial"/>
              </a:rPr>
              <a:t>02</a:t>
            </a:r>
            <a:r>
              <a:rPr lang="en-US" b="true" i="false" sz="2400" baseline="0" u="none">
                <a:solidFill>
                  <a:srgbClr val="FFFFFF"/>
                </a:solidFill>
                <a:latin typeface="Arial"/>
                <a:ea typeface="Arial"/>
              </a:rPr>
              <a:t> </a:t>
            </a:r>
            <a:endParaRPr lang="en-US" sz="1100"/>
          </a:p>
        </p:txBody>
      </p:sp>
      <p:sp>
        <p:nvSpPr>
          <p:cNvPr name="TextBox 11" id="11"/>
          <p:cNvSpPr txBox="true"/>
          <p:nvPr/>
        </p:nvSpPr>
        <p:spPr>
          <a:xfrm>
            <a:off x="783461" y="2321552"/>
            <a:ext cx="2571659"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Contextual Understanding</a:t>
            </a:r>
            <a:endParaRPr lang="en-US" sz="1100"/>
          </a:p>
        </p:txBody>
      </p:sp>
      <p:sp>
        <p:nvSpPr>
          <p:cNvPr name="TextBox 12" id="12"/>
          <p:cNvSpPr txBox="true"/>
          <p:nvPr/>
        </p:nvSpPr>
        <p:spPr>
          <a:xfrm>
            <a:off x="4767472" y="2324395"/>
            <a:ext cx="2571659"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Enhanced Article Quality</a:t>
            </a:r>
            <a:endParaRPr lang="en-US" sz="1100"/>
          </a:p>
        </p:txBody>
      </p:sp>
      <p:sp>
        <p:nvSpPr>
          <p:cNvPr name="AutoShape 13" id="13"/>
          <p:cNvSpPr/>
          <p:nvPr/>
        </p:nvSpPr>
        <p:spPr>
          <a:xfrm>
            <a:off x="3614071" y="3475485"/>
            <a:ext cx="855240" cy="1728196"/>
          </a:xfrm>
          <a:prstGeom prst="parallelogram">
            <a:avLst>
              <a:gd name="adj" fmla="val 63161"/>
            </a:avLst>
          </a:prstGeom>
          <a:solidFill>
            <a:schemeClr val="accent3"/>
          </a:solidFill>
          <a:ln cap="rnd">
            <a:noFill/>
            <a:prstDash val="solid"/>
          </a:ln>
          <a:effectLst/>
        </p:spPr>
        <p:txBody>
          <a:bodyPr vert="horz" rot="0" anchor="ctr" wrap="square" tIns="45720" lIns="91440" bIns="45720" rIns="91440">
            <a:prstTxWarp prst="textNoShape">
              <a:avLst/>
            </a:prstTxWarp>
            <a:normAutofit/>
          </a:bodyPr>
          <a:p>
            <a:pPr algn="ctr" marL="0"/>
          </a:p>
        </p:txBody>
      </p:sp>
    </p:spTree>
  </p:cSld>
  <p:clrMapOvr>
    <a:masterClrMapping/>
  </p:clrMapOvr>
  <p:transition spd="slow">
    <p:wheel spokes="8"/>
  </p:transition>
  <p:timing>
    <p:tnLst>
      <p:par>
        <p:cTn id="28468" dur="indefinite" repeatCount="1000" spd="100%" accel="0%" decel="0%" restart="never" nodeType="tmRoot">
          <p:childTnLst>
            <p:seq concurrent="true" nextAc="seek">
              <p:cTn id="28469" dur="indefinite" repeatCount="1000" spd="100%" accel="0%" decel="0%" nodeType="mainSeq">
                <p:childTnLst>
                  <p:par>
                    <p:cTn id="28470" repeatCount="1000" spd="100%" accel="0%" decel="0%" fill="hold">
                      <p:stCondLst>
                        <p:cond delay="indefinite"/>
                        <p:cond evt="onBegin" delay="0">
                          <p:tn val="28469"/>
                        </p:cond>
                      </p:stCondLst>
                      <p:childTnLst>
                        <p:par>
                          <p:cTn id="28471" repeatCount="1000" spd="100%" decel="0%" fill="hold">
                            <p:stCondLst>
                              <p:cond delay="0"/>
                            </p:stCondLst>
                            <p:childTnLst>
                              <p:par>
                                <p:cTn id="28472" presetID="12" presetClass="entr" presetSubtype="1" repeatCount="1000" spd="100%" decel="0%" fill="hold" nodeType="afterEffect">
                                  <p:stCondLst>
                                    <p:cond delay="0"/>
                                  </p:stCondLst>
                                  <p:childTnLst>
                                    <p:anim calcmode="lin" valueType="num">
                                      <p:cBhvr additive="base">
                                        <p:cTn id="28474" dur="500" repeatCount="1000" spd="100%" accel="0%" decel="0%"/>
                                        <p:tgtEl>
                                          <p:spTgt spid="6"/>
                                        </p:tgtEl>
                                        <p:attrNameLst>
                                          <p:attrName>ppt_y</p:attrName>
                                        </p:attrNameLst>
                                      </p:cBhvr>
                                      <p:tavLst>
                                        <p:tav fmla="" tm="0">
                                          <p:val>
                                            <p:strVal val="#ppt_y-#ppt_h*1.125000"/>
                                          </p:val>
                                        </p:tav>
                                        <p:tav fmla="" tm="100000">
                                          <p:val>
                                            <p:strVal val="#ppt_y"/>
                                          </p:val>
                                        </p:tav>
                                      </p:tavLst>
                                    </p:anim>
                                    <p:animEffect filter="wipe(down)" transition="in">
                                      <p:cBhvr>
                                        <p:cTn id="28473" dur="500" repeatCount="1000" spd="100%" accel="0%" decel="0%"/>
                                        <p:tgtEl>
                                          <p:spTgt spid="6"/>
                                        </p:tgtEl>
                                      </p:cBhvr>
                                    </p:animEffect>
                                    <p:set>
                                      <p:cBhvr>
                                        <p:cTn id="28475" dur="500" repeatCount="1000" spd="100%" accel="0%" decel="0%" fill="hold">
                                          <p:stCondLst>
                                            <p:cond delay="0"/>
                                          </p:stCondLst>
                                        </p:cTn>
                                        <p:tgtEl>
                                          <p:spTgt spid="6"/>
                                        </p:tgtEl>
                                        <p:attrNameLst>
                                          <p:attrName>style.visibility</p:attrName>
                                        </p:attrNameLst>
                                      </p:cBhvr>
                                      <p:to>
                                        <p:strVal val="visible"/>
                                      </p:to>
                                    </p:set>
                                  </p:childTnLst>
                                </p:cTn>
                              </p:par>
                            </p:childTnLst>
                          </p:cTn>
                        </p:par>
                        <p:par>
                          <p:cTn id="28476" repeatCount="1000" spd="100%" decel="0%" fill="hold">
                            <p:stCondLst>
                              <p:cond delay="0"/>
                            </p:stCondLst>
                            <p:childTnLst>
                              <p:par>
                                <p:cTn id="28477" presetID="1" presetClass="entr" presetSubtype="0" repeatCount="1000" spd="100%" decel="0%" fill="hold" nodeType="afterEffect">
                                  <p:stCondLst>
                                    <p:cond delay="0"/>
                                  </p:stCondLst>
                                  <p:childTnLst>
                                    <p:set>
                                      <p:cBhvr>
                                        <p:cTn id="28478" dur="1" repeatCount="1000" spd="100%" accel="0%" decel="0%" fill="hold">
                                          <p:stCondLst>
                                            <p:cond delay="0"/>
                                          </p:stCondLst>
                                        </p:cTn>
                                        <p:tgtEl>
                                          <p:spTgt spid="8"/>
                                        </p:tgtEl>
                                        <p:attrNameLst>
                                          <p:attrName>style.visibility</p:attrName>
                                        </p:attrNameLst>
                                      </p:cBhvr>
                                      <p:to>
                                        <p:strVal val="visible"/>
                                      </p:to>
                                    </p:set>
                                  </p:childTnLst>
                                </p:cTn>
                              </p:par>
                            </p:childTnLst>
                          </p:cTn>
                        </p:par>
                        <p:par>
                          <p:cTn id="28479" repeatCount="1000" spd="100%" decel="0%" fill="hold">
                            <p:stCondLst>
                              <p:cond delay="0"/>
                            </p:stCondLst>
                            <p:childTnLst>
                              <p:par>
                                <p:cTn id="28480" presetID="45" presetClass="entr" presetSubtype="0" repeatCount="1000" spd="100%" decel="0%" fill="hold" nodeType="afterEffect">
                                  <p:stCondLst>
                                    <p:cond delay="0"/>
                                  </p:stCondLst>
                                  <p:childTnLst>
                                    <p:anim calcmode="lin" valueType="num">
                                      <p:cBhvr>
                                        <p:cTn id="28482" dur="1000" repeatCount="1000" spd="100%" accel="0%" decel="0%" fill="hold"/>
                                        <p:tgtEl>
                                          <p:spTgt spid="11"/>
                                        </p:tgtEl>
                                        <p:attrNameLst>
                                          <p:attrName>ppt_w</p:attrName>
                                        </p:attrNameLst>
                                      </p:cBhvr>
                                      <p:tavLst>
                                        <p:tav fmla="#ppt_w*sin(2.5*pi*$)" tm="0">
                                          <p:val>
                                            <p:fltVal val="0.0"/>
                                          </p:val>
                                        </p:tav>
                                        <p:tav fmla="" tm="100000">
                                          <p:val>
                                            <p:fltVal val="1.0"/>
                                          </p:val>
                                        </p:tav>
                                      </p:tavLst>
                                    </p:anim>
                                    <p:anim calcmode="lin" valueType="num">
                                      <p:cBhvr>
                                        <p:cTn id="28483" dur="1000" repeatCount="1000" spd="100%" accel="0%" decel="0%" fill="hold"/>
                                        <p:tgtEl>
                                          <p:spTgt spid="11"/>
                                        </p:tgtEl>
                                        <p:attrNameLst>
                                          <p:attrName>ppt_h</p:attrName>
                                        </p:attrNameLst>
                                      </p:cBhvr>
                                      <p:tavLst>
                                        <p:tav fmla="" tm="0">
                                          <p:val>
                                            <p:strVal val="#ppt_h"/>
                                          </p:val>
                                        </p:tav>
                                        <p:tav fmla="" tm="100000">
                                          <p:val>
                                            <p:strVal val="#ppt_h"/>
                                          </p:val>
                                        </p:tav>
                                      </p:tavLst>
                                    </p:anim>
                                    <p:animEffect filter="fade" transition="in">
                                      <p:cBhvr>
                                        <p:cTn id="28481" dur="1000" repeatCount="1000" spd="100%" accel="0%" decel="0%"/>
                                        <p:tgtEl>
                                          <p:spTgt spid="11"/>
                                        </p:tgtEl>
                                      </p:cBhvr>
                                    </p:animEffect>
                                    <p:set>
                                      <p:cBhvr>
                                        <p:cTn id="28484" dur="1000" repeatCount="1000" spd="100%" accel="0%" decel="0%" fill="hold">
                                          <p:stCondLst>
                                            <p:cond delay="0"/>
                                          </p:stCondLst>
                                        </p:cTn>
                                        <p:tgtEl>
                                          <p:spTgt spid="11"/>
                                        </p:tgtEl>
                                        <p:attrNameLst>
                                          <p:attrName>style.visibility</p:attrName>
                                        </p:attrNameLst>
                                      </p:cBhvr>
                                      <p:to>
                                        <p:strVal val="visible"/>
                                      </p:to>
                                    </p:set>
                                  </p:childTnLst>
                                </p:cTn>
                              </p:par>
                            </p:childTnLst>
                          </p:cTn>
                        </p:par>
                        <p:par>
                          <p:cTn id="28485" repeatCount="1000" spd="100%" decel="0%" fill="hold">
                            <p:stCondLst>
                              <p:cond delay="0"/>
                            </p:stCondLst>
                            <p:childTnLst>
                              <p:par>
                                <p:cTn id="28486" presetID="17" presetClass="entr" presetSubtype="1" repeatCount="1000" spd="100%" decel="0%" fill="hold" nodeType="afterEffect">
                                  <p:stCondLst>
                                    <p:cond delay="0"/>
                                  </p:stCondLst>
                                  <p:childTnLst>
                                    <p:anim calcmode="lin" valueType="num">
                                      <p:cBhvr additive="base">
                                        <p:cTn id="28487" dur="500" repeatCount="1000" spd="100%" accel="0%" decel="0%" fill="hold"/>
                                        <p:tgtEl>
                                          <p:spTgt spid="7"/>
                                        </p:tgtEl>
                                        <p:attrNameLst>
                                          <p:attrName>ppt_x</p:attrName>
                                        </p:attrNameLst>
                                      </p:cBhvr>
                                      <p:tavLst>
                                        <p:tav fmla="" tm="0">
                                          <p:val>
                                            <p:strVal val="#ppt_x"/>
                                          </p:val>
                                        </p:tav>
                                        <p:tav fmla="" tm="100000">
                                          <p:val>
                                            <p:strVal val="#ppt_x"/>
                                          </p:val>
                                        </p:tav>
                                      </p:tavLst>
                                    </p:anim>
                                    <p:anim calcmode="lin" valueType="num">
                                      <p:cBhvr additive="base">
                                        <p:cTn id="28488" dur="500" repeatCount="1000" spd="100%" accel="0%" decel="0%" fill="hold"/>
                                        <p:tgtEl>
                                          <p:spTgt spid="7"/>
                                        </p:tgtEl>
                                        <p:attrNameLst>
                                          <p:attrName>ppt_y</p:attrName>
                                        </p:attrNameLst>
                                      </p:cBhvr>
                                      <p:tavLst>
                                        <p:tav fmla="" tm="0">
                                          <p:val>
                                            <p:strVal val="#ppt_y-#ppt_h/2"/>
                                          </p:val>
                                        </p:tav>
                                        <p:tav fmla="" tm="100000">
                                          <p:val>
                                            <p:strVal val="#ppt_y"/>
                                          </p:val>
                                        </p:tav>
                                      </p:tavLst>
                                    </p:anim>
                                    <p:anim calcmode="lin" valueType="num">
                                      <p:cBhvr additive="base">
                                        <p:cTn id="28489" dur="500" repeatCount="1000" spd="100%" accel="0%" decel="0%" fill="hold"/>
                                        <p:tgtEl>
                                          <p:spTgt spid="7"/>
                                        </p:tgtEl>
                                        <p:attrNameLst>
                                          <p:attrName>ppt_w</p:attrName>
                                        </p:attrNameLst>
                                      </p:cBhvr>
                                      <p:tavLst>
                                        <p:tav fmla="" tm="0">
                                          <p:val>
                                            <p:strVal val="#ppt_w"/>
                                          </p:val>
                                        </p:tav>
                                        <p:tav fmla="" tm="100000">
                                          <p:val>
                                            <p:strVal val="#ppt_w"/>
                                          </p:val>
                                        </p:tav>
                                      </p:tavLst>
                                    </p:anim>
                                    <p:anim calcmode="lin" valueType="num">
                                      <p:cBhvr additive="base">
                                        <p:cTn id="28490" dur="500" repeatCount="1000" spd="100%" accel="0%" decel="0%" fill="hold"/>
                                        <p:tgtEl>
                                          <p:spTgt spid="7"/>
                                        </p:tgtEl>
                                        <p:attrNameLst>
                                          <p:attrName>ppt_h</p:attrName>
                                        </p:attrNameLst>
                                      </p:cBhvr>
                                      <p:tavLst>
                                        <p:tav fmla="" tm="0">
                                          <p:val>
                                            <p:fltVal val="0.0"/>
                                          </p:val>
                                        </p:tav>
                                        <p:tav fmla="" tm="100000">
                                          <p:val>
                                            <p:strVal val="#ppt_h"/>
                                          </p:val>
                                        </p:tav>
                                      </p:tavLst>
                                    </p:anim>
                                    <p:set>
                                      <p:cBhvr additive="base">
                                        <p:cTn id="28491" dur="500" repeatCount="1000" spd="100%" accel="0%" decel="0%" fill="hold">
                                          <p:stCondLst>
                                            <p:cond delay="0"/>
                                          </p:stCondLst>
                                        </p:cTn>
                                        <p:tgtEl>
                                          <p:spTgt spid="7"/>
                                        </p:tgtEl>
                                        <p:attrNameLst>
                                          <p:attrName>style.visibility</p:attrName>
                                        </p:attrNameLst>
                                      </p:cBhvr>
                                      <p:to>
                                        <p:strVal val="visible"/>
                                      </p:to>
                                    </p:set>
                                  </p:childTnLst>
                                </p:cTn>
                              </p:par>
                            </p:childTnLst>
                          </p:cTn>
                        </p:par>
                        <p:par>
                          <p:cTn id="28492" repeatCount="1000" spd="100%" decel="0%" fill="hold">
                            <p:stCondLst>
                              <p:cond delay="0"/>
                            </p:stCondLst>
                            <p:childTnLst>
                              <p:par>
                                <p:cTn id="28493" presetID="1" presetClass="entr" presetSubtype="0" repeatCount="1000" spd="100%" decel="0%" fill="hold" nodeType="afterEffect">
                                  <p:stCondLst>
                                    <p:cond delay="0"/>
                                  </p:stCondLst>
                                  <p:childTnLst>
                                    <p:set>
                                      <p:cBhvr>
                                        <p:cTn id="28494" dur="1" repeatCount="1000" spd="100%" accel="0%" decel="0%" fill="hold">
                                          <p:stCondLst>
                                            <p:cond delay="0"/>
                                          </p:stCondLst>
                                        </p:cTn>
                                        <p:tgtEl>
                                          <p:spTgt spid="10"/>
                                        </p:tgtEl>
                                        <p:attrNameLst>
                                          <p:attrName>style.visibility</p:attrName>
                                        </p:attrNameLst>
                                      </p:cBhvr>
                                      <p:to>
                                        <p:strVal val="visible"/>
                                      </p:to>
                                    </p:set>
                                  </p:childTnLst>
                                </p:cTn>
                              </p:par>
                            </p:childTnLst>
                          </p:cTn>
                        </p:par>
                        <p:par>
                          <p:cTn id="28495" repeatCount="1000" spd="100%" decel="0%" fill="hold">
                            <p:stCondLst>
                              <p:cond delay="0"/>
                            </p:stCondLst>
                            <p:childTnLst>
                              <p:par>
                                <p:cTn id="28496" presetID="23" presetClass="entr" presetSubtype="32" repeatCount="1000" spd="100%" decel="0%" fill="hold" nodeType="afterEffect">
                                  <p:stCondLst>
                                    <p:cond delay="0"/>
                                  </p:stCondLst>
                                  <p:childTnLst>
                                    <p:anim calcmode="lin" valueType="num">
                                      <p:cBhvr>
                                        <p:cTn id="28497" dur="500" repeatCount="1000" spd="100%" accel="0%" decel="0%" fill="hold"/>
                                        <p:tgtEl>
                                          <p:spTgt spid="12"/>
                                        </p:tgtEl>
                                        <p:attrNameLst>
                                          <p:attrName>ppt_w</p:attrName>
                                        </p:attrNameLst>
                                      </p:cBhvr>
                                      <p:tavLst>
                                        <p:tav fmla="" tm="0">
                                          <p:val>
                                            <p:strVal val="4*#ppt_w"/>
                                          </p:val>
                                        </p:tav>
                                        <p:tav fmla="" tm="100000">
                                          <p:val>
                                            <p:strVal val="#ppt_w"/>
                                          </p:val>
                                        </p:tav>
                                      </p:tavLst>
                                    </p:anim>
                                    <p:anim calcmode="lin" valueType="num">
                                      <p:cBhvr>
                                        <p:cTn id="28498" dur="500" repeatCount="1000" spd="100%" accel="0%" decel="0%" fill="hold"/>
                                        <p:tgtEl>
                                          <p:spTgt spid="12"/>
                                        </p:tgtEl>
                                        <p:attrNameLst>
                                          <p:attrName>ppt_h</p:attrName>
                                        </p:attrNameLst>
                                      </p:cBhvr>
                                      <p:tavLst>
                                        <p:tav fmla="" tm="0">
                                          <p:val>
                                            <p:strVal val="4*#ppt_h"/>
                                          </p:val>
                                        </p:tav>
                                        <p:tav fmla="" tm="100000">
                                          <p:val>
                                            <p:strVal val="#ppt_h"/>
                                          </p:val>
                                        </p:tav>
                                      </p:tavLst>
                                    </p:anim>
                                    <p:set>
                                      <p:cBhvr>
                                        <p:cTn id="28499" dur="500" repeatCount="1000" spd="100%" accel="0%" decel="0%" fill="hold">
                                          <p:stCondLst>
                                            <p:cond delay="0"/>
                                          </p:stCondLst>
                                        </p:cTn>
                                        <p:tgtEl>
                                          <p:spTgt spid="12"/>
                                        </p:tgtEl>
                                        <p:attrNameLst>
                                          <p:attrName>style.visibility</p:attrName>
                                        </p:attrNameLst>
                                      </p:cBhvr>
                                      <p:to>
                                        <p:strVal val="visible"/>
                                      </p:to>
                                    </p:set>
                                  </p:childTnLst>
                                </p:cTn>
                              </p:par>
                            </p:childTnLst>
                          </p:cTn>
                        </p:par>
                        <p:par>
                          <p:cTn id="28500" repeatCount="1000" spd="100%" decel="0%" fill="hold">
                            <p:stCondLst>
                              <p:cond delay="0"/>
                            </p:stCondLst>
                            <p:childTnLst>
                              <p:par>
                                <p:cTn id="28501" presetID="13" presetClass="entr" presetSubtype="16" repeatCount="1000" spd="100%" decel="0%" fill="hold" nodeType="afterEffect">
                                  <p:stCondLst>
                                    <p:cond delay="0"/>
                                  </p:stCondLst>
                                  <p:childTnLst>
                                    <p:animEffect filter="plus(in)" transition="in">
                                      <p:cBhvr>
                                        <p:cTn id="28502" dur="1000" repeatCount="1000" spd="100%" accel="0%" decel="0%"/>
                                        <p:tgtEl>
                                          <p:spTgt spid="9"/>
                                        </p:tgtEl>
                                      </p:cBhvr>
                                    </p:animEffect>
                                    <p:set>
                                      <p:cBhvr>
                                        <p:cTn id="28503" dur="1000" repeatCount="1000" spd="100%" accel="0%" decel="0%"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Future of AI Agents</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05</a:t>
            </a:r>
            <a:endParaRPr lang="en-US" sz="1100"/>
          </a:p>
        </p:txBody>
      </p:sp>
    </p:spTree>
  </p:cSld>
  <p:clrMapOvr>
    <a:masterClrMapping/>
  </p:clrMapOvr>
  <p:transition spd="med">
    <p:fade/>
  </p:transition>
  <p:timing>
    <p:tnLst>
      <p:par>
        <p:cTn id="30598" dur="indefinite" repeatCount="1000" spd="100%" accel="0%" decel="0%" restart="never" nodeType="tmRoot">
          <p:childTnLst>
            <p:seq concurrent="true" nextAc="seek">
              <p:cTn id="30599" dur="indefinite" repeatCount="1000" spd="100%" accel="0%" decel="0%" nodeType="mainSeq">
                <p:childTnLst>
                  <p:par>
                    <p:cTn id="30600" repeatCount="1000" spd="100%" accel="0%" decel="0%" fill="hold">
                      <p:stCondLst>
                        <p:cond delay="indefinite"/>
                        <p:cond evt="onBegin" delay="0">
                          <p:tn val="30599"/>
                        </p:cond>
                      </p:stCondLst>
                      <p:childTnLst>
                        <p:par>
                          <p:cTn id="30601" repeatCount="1000" spd="100%" decel="0%" fill="hold">
                            <p:stCondLst>
                              <p:cond delay="0"/>
                            </p:stCondLst>
                            <p:childTnLst>
                              <p:par>
                                <p:cTn id="30602" presetID="22" presetClass="entr" presetSubtype="2" repeatCount="1000" spd="100%" decel="0%" fill="hold" nodeType="afterEffect">
                                  <p:stCondLst>
                                    <p:cond delay="0"/>
                                  </p:stCondLst>
                                  <p:childTnLst>
                                    <p:animEffect filter="wipe(right)" transition="in">
                                      <p:cBhvr>
                                        <p:cTn id="30603" dur="500" repeatCount="1000" spd="100%" accel="0%" decel="0%"/>
                                        <p:tgtEl>
                                          <p:spTgt spid="3"/>
                                        </p:tgtEl>
                                      </p:cBhvr>
                                    </p:animEffect>
                                    <p:set>
                                      <p:cBhvr>
                                        <p:cTn id="30604" dur="500" repeatCount="1000" spd="100%" accel="0%" decel="0%" fill="hold">
                                          <p:stCondLst>
                                            <p:cond delay="0"/>
                                          </p:stCondLst>
                                        </p:cTn>
                                        <p:tgtEl>
                                          <p:spTgt spid="3"/>
                                        </p:tgtEl>
                                        <p:attrNameLst>
                                          <p:attrName>style.visibility</p:attrName>
                                        </p:attrNameLst>
                                      </p:cBhvr>
                                      <p:to>
                                        <p:strVal val="visible"/>
                                      </p:to>
                                    </p:set>
                                  </p:childTnLst>
                                </p:cTn>
                              </p:par>
                            </p:childTnLst>
                          </p:cTn>
                        </p:par>
                        <p:par>
                          <p:cTn id="30605" repeatCount="1000" spd="100%" decel="0%" fill="hold">
                            <p:stCondLst>
                              <p:cond delay="0"/>
                            </p:stCondLst>
                            <p:childTnLst>
                              <p:par>
                                <p:cTn id="30606" presetID="50" presetClass="entr" presetSubtype="0" repeatCount="1000" spd="100%" decel="0%" fill="hold" nodeType="afterEffect">
                                  <p:stCondLst>
                                    <p:cond delay="0"/>
                                  </p:stCondLst>
                                  <p:childTnLst>
                                    <p:anim calcmode="lin" valueType="num">
                                      <p:cBhvr>
                                        <p:cTn id="30608" dur="1000" repeatCount="1000" spd="100%" accel="0%" decel="0%" fill="hold"/>
                                        <p:tgtEl>
                                          <p:spTgt spid="2"/>
                                        </p:tgtEl>
                                        <p:attrNameLst>
                                          <p:attrName>ppt_w</p:attrName>
                                        </p:attrNameLst>
                                      </p:cBhvr>
                                      <p:tavLst>
                                        <p:tav fmla="" tm="0">
                                          <p:val>
                                            <p:strVal val="#ppt_w+.3"/>
                                          </p:val>
                                        </p:tav>
                                        <p:tav fmla="" tm="100000">
                                          <p:val>
                                            <p:strVal val="#ppt_w"/>
                                          </p:val>
                                        </p:tav>
                                      </p:tavLst>
                                    </p:anim>
                                    <p:anim calcmode="lin" valueType="num">
                                      <p:cBhvr>
                                        <p:cTn id="30609" dur="1000" repeatCount="1000" spd="100%" accel="0%" decel="0%" fill="hold"/>
                                        <p:tgtEl>
                                          <p:spTgt spid="2"/>
                                        </p:tgtEl>
                                        <p:attrNameLst>
                                          <p:attrName>ppt_h</p:attrName>
                                        </p:attrNameLst>
                                      </p:cBhvr>
                                      <p:tavLst>
                                        <p:tav fmla="" tm="0">
                                          <p:val>
                                            <p:strVal val="#ppt_h"/>
                                          </p:val>
                                        </p:tav>
                                        <p:tav fmla="" tm="100000">
                                          <p:val>
                                            <p:strVal val="#ppt_h"/>
                                          </p:val>
                                        </p:tav>
                                      </p:tavLst>
                                    </p:anim>
                                    <p:animEffect filter="fade" transition="in">
                                      <p:cBhvr>
                                        <p:cTn id="30607" dur="1000" repeatCount="1000" spd="100%" accel="0%" decel="0%"/>
                                        <p:tgtEl>
                                          <p:spTgt spid="2"/>
                                        </p:tgtEl>
                                      </p:cBhvr>
                                    </p:animEffect>
                                    <p:set>
                                      <p:cBhvr>
                                        <p:cTn id="30610" dur="1"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Projected Improvements</a:t>
            </a:r>
          </a:p>
        </p:txBody>
      </p:sp>
      <p:grpSp>
        <p:nvGrpSpPr>
          <p:cNvPr name="Group 3" id="3"/>
          <p:cNvGrpSpPr/>
          <p:nvPr/>
        </p:nvGrpSpPr>
        <p:grpSpPr>
          <a:xfrm>
            <a:off x="4785215" y="1915893"/>
            <a:ext cx="136360" cy="3679324"/>
            <a:chOff x="6024645" y="3178676"/>
            <a:chExt cx="136360" cy="3679324"/>
          </a:xfrm>
        </p:grpSpPr>
        <p:cxnSp>
          <p:nvCxnSpPr>
            <p:cNvPr name="Connector 4" id="4"/>
            <p:cNvCxnSpPr/>
            <p:nvPr/>
          </p:nvCxnSpPr>
          <p:spPr>
            <a:xfrm>
              <a:off x="6089650" y="3248526"/>
              <a:ext cx="0" cy="3609474"/>
            </a:xfrm>
            <a:prstGeom prst="line">
              <a:avLst/>
            </a:prstGeom>
            <a:ln w="12700">
              <a:solidFill>
                <a:srgbClr val="FFFFFF">
                  <a:alpha val="20000"/>
                  <a:lumMod val="50000"/>
                  <a:lumOff val="50000"/>
                </a:srgbClr>
              </a:solidFill>
              <a:prstDash val="dash"/>
              <a:tailEnd type="triangle"/>
            </a:ln>
          </p:spPr>
        </p:cxnSp>
        <p:sp>
          <p:nvSpPr>
            <p:cNvPr name="AutoShape 5" id="5"/>
            <p:cNvSpPr/>
            <p:nvPr/>
          </p:nvSpPr>
          <p:spPr>
            <a:xfrm>
              <a:off x="6024645" y="3178676"/>
              <a:ext cx="130010" cy="130010"/>
            </a:xfrm>
            <a:prstGeom prst="ellipse">
              <a:avLst/>
            </a:prstGeom>
            <a:solidFill>
              <a:schemeClr val="accent1"/>
            </a:solidFill>
            <a:ln>
              <a:noFill/>
            </a:ln>
          </p:spPr>
          <p:txBody>
            <a:bodyPr vert="horz" anchor="ctr" tIns="45720" lIns="91440" bIns="45720" rIns="91440">
              <a:normAutofit/>
            </a:bodyPr>
            <a:p>
              <a:pPr algn="ctr" marL="0"/>
            </a:p>
          </p:txBody>
        </p:sp>
        <p:sp>
          <p:nvSpPr>
            <p:cNvPr name="AutoShape 6" id="6"/>
            <p:cNvSpPr/>
            <p:nvPr/>
          </p:nvSpPr>
          <p:spPr>
            <a:xfrm>
              <a:off x="6030995" y="4753648"/>
              <a:ext cx="130010" cy="130010"/>
            </a:xfrm>
            <a:prstGeom prst="ellipse">
              <a:avLst/>
            </a:prstGeom>
            <a:solidFill>
              <a:schemeClr val="accent1"/>
            </a:solidFill>
            <a:ln>
              <a:noFill/>
            </a:ln>
          </p:spPr>
          <p:txBody>
            <a:bodyPr vert="horz" anchor="ctr" tIns="45720" lIns="91440" bIns="45720" rIns="91440">
              <a:normAutofit/>
            </a:bodyPr>
            <a:p>
              <a:pPr algn="ctr" marL="0"/>
            </a:p>
          </p:txBody>
        </p:sp>
      </p:grpSp>
      <p:cxnSp>
        <p:nvCxnSpPr>
          <p:cNvPr name="Connector 7" id="7"/>
          <p:cNvCxnSpPr/>
          <p:nvPr/>
        </p:nvCxnSpPr>
        <p:spPr>
          <a:xfrm>
            <a:off x="5150177" y="3548685"/>
            <a:ext cx="591886" cy="0"/>
          </a:xfrm>
          <a:prstGeom prst="line">
            <a:avLst/>
          </a:prstGeom>
          <a:ln w="12700">
            <a:solidFill>
              <a:srgbClr val="FFFFFF">
                <a:alpha val="20000"/>
                <a:lumMod val="50000"/>
                <a:lumOff val="50000"/>
              </a:srgbClr>
            </a:solidFill>
            <a:prstDash val="dash"/>
            <a:tailEnd type="triangle"/>
          </a:ln>
        </p:spPr>
      </p:cxnSp>
      <p:sp>
        <p:nvSpPr>
          <p:cNvPr name="TextBox 8" id="8"/>
          <p:cNvSpPr txBox="true"/>
          <p:nvPr/>
        </p:nvSpPr>
        <p:spPr>
          <a:xfrm>
            <a:off x="5887949" y="3697372"/>
            <a:ext cx="5179443" cy="1177290"/>
          </a:xfrm>
          <a:prstGeom prst="rect">
            <a:avLst/>
          </a:prstGeom>
        </p:spPr>
        <p:txBody>
          <a:bodyPr anchor="t" rtlCol="false" vert="horz" wrap="square" tIns="45720" lIns="91440" bIns="45720" rIns="91440">
            <a:spAutoFit/>
          </a:bodyPr>
          <a:lstStyle/>
          <a:p>
            <a:pPr algn="l" marL="0">
              <a:lnSpc>
                <a:spcPct val="150000"/>
              </a:lnSpc>
              <a:defRPr/>
            </a:pPr>
            <a:r>
              <a:rPr lang="zh-CN" b="false" i="false" sz="1400" baseline="0" u="none" altLang="en-US">
                <a:ln/>
                <a:solidFill>
                  <a:srgbClr val="FFFFFF"/>
                </a:solidFill>
                <a:effectLst/>
                <a:latin typeface="微软雅黑"/>
                <a:ea typeface="微软雅黑"/>
              </a:rPr>
              <a:t>As AI continues to evolve, new use cases are expected to emerge, particularly in sectors such as content marketing, customer support, and data analysis. This evolution will further integrate AI into everyday business operations.</a:t>
            </a:r>
            <a:endParaRPr lang="en-US" sz="1100"/>
          </a:p>
        </p:txBody>
      </p:sp>
      <p:sp>
        <p:nvSpPr>
          <p:cNvPr name="TextBox 9" id="9"/>
          <p:cNvSpPr txBox="true"/>
          <p:nvPr/>
        </p:nvSpPr>
        <p:spPr>
          <a:xfrm>
            <a:off x="5887949" y="3391077"/>
            <a:ext cx="5179443" cy="338554"/>
          </a:xfrm>
          <a:prstGeom prst="rect">
            <a:avLst/>
          </a:prstGeom>
          <a:noFill/>
          <a:ln>
            <a:noFill/>
          </a:ln>
        </p:spPr>
        <p:txBody>
          <a:bodyPr anchor="ctr"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Potential Use Cases in 6-12 Months</a:t>
            </a:r>
            <a:endParaRPr lang="en-US" sz="1100"/>
          </a:p>
        </p:txBody>
      </p:sp>
      <p:sp>
        <p:nvSpPr>
          <p:cNvPr name="TextBox 10" id="10"/>
          <p:cNvSpPr txBox="true"/>
          <p:nvPr/>
        </p:nvSpPr>
        <p:spPr>
          <a:xfrm>
            <a:off x="5887949" y="2133958"/>
            <a:ext cx="5179443" cy="1177290"/>
          </a:xfrm>
          <a:prstGeom prst="rect">
            <a:avLst/>
          </a:prstGeom>
        </p:spPr>
        <p:txBody>
          <a:bodyPr anchor="t" rtlCol="false" vert="horz" wrap="square" tIns="45720" lIns="91440" bIns="45720" rIns="91440">
            <a:spAutoFit/>
          </a:bodyPr>
          <a:lstStyle/>
          <a:p>
            <a:pPr algn="l" marL="0">
              <a:lnSpc>
                <a:spcPct val="150000"/>
              </a:lnSpc>
              <a:defRPr/>
            </a:pPr>
            <a:r>
              <a:rPr lang="zh-CN" b="false" i="false" sz="1400" baseline="0" u="none" altLang="en-US">
                <a:ln/>
                <a:solidFill>
                  <a:srgbClr val="FFFFFF"/>
                </a:solidFill>
                <a:effectLst/>
                <a:latin typeface="微软雅黑"/>
                <a:ea typeface="微软雅黑"/>
              </a:rPr>
              <a:t>The future holds substantial improvements for AI agents, including enhanced algorithms and more sophisticated interaction capabilities, making them increasingly adept at handling complex queries and tasks.</a:t>
            </a:r>
            <a:endParaRPr lang="en-US" sz="1100"/>
          </a:p>
        </p:txBody>
      </p:sp>
      <p:sp>
        <p:nvSpPr>
          <p:cNvPr name="TextBox 11" id="11"/>
          <p:cNvSpPr txBox="true"/>
          <p:nvPr/>
        </p:nvSpPr>
        <p:spPr>
          <a:xfrm>
            <a:off x="5887949" y="1827663"/>
            <a:ext cx="5179443" cy="338554"/>
          </a:xfrm>
          <a:prstGeom prst="rect">
            <a:avLst/>
          </a:prstGeom>
          <a:noFill/>
          <a:ln>
            <a:noFill/>
          </a:ln>
        </p:spPr>
        <p:txBody>
          <a:bodyPr anchor="ctr"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Enhancements in AI Functionality</a:t>
            </a:r>
            <a:endParaRPr lang="en-US" sz="1100"/>
          </a:p>
        </p:txBody>
      </p:sp>
      <p:cxnSp>
        <p:nvCxnSpPr>
          <p:cNvPr name="Connector 12" id="12"/>
          <p:cNvCxnSpPr/>
          <p:nvPr/>
        </p:nvCxnSpPr>
        <p:spPr>
          <a:xfrm>
            <a:off x="5091037" y="1985743"/>
            <a:ext cx="591886" cy="0"/>
          </a:xfrm>
          <a:prstGeom prst="line">
            <a:avLst/>
          </a:prstGeom>
          <a:ln w="12700">
            <a:solidFill>
              <a:srgbClr val="FFFFFF">
                <a:alpha val="20000"/>
                <a:lumMod val="50000"/>
                <a:lumOff val="50000"/>
              </a:srgbClr>
            </a:solidFill>
            <a:prstDash val="dash"/>
            <a:tailEnd type="triangle"/>
          </a:ln>
        </p:spPr>
      </p:cxnSp>
      <p:sp>
        <p:nvSpPr>
          <p:cNvPr name="AutoShape 13" id="13"/>
          <p:cNvSpPr/>
          <p:nvPr/>
        </p:nvSpPr>
        <p:spPr>
          <a:xfrm>
            <a:off x="1124608" y="1996940"/>
            <a:ext cx="2422970" cy="2422970"/>
          </a:xfrm>
          <a:prstGeom prst="ellipse">
            <a:avLst/>
          </a:prstGeom>
          <a:blipFill>
            <a:blip r:embed="rId2"/>
            <a:stretch>
              <a:fillRect t="0" l="-39421" b="0" r="-39011"/>
            </a:stretch>
          </a:blipFill>
          <a:ln>
            <a:noFill/>
          </a:ln>
          <a:effectLst/>
        </p:spPr>
        <p:txBody>
          <a:bodyPr vert="horz" rot="0" anchor="t" wrap="square" tIns="45720" lIns="91440" bIns="45720" rIns="91440">
            <a:prstTxWarp prst="textNoShape">
              <a:avLst/>
            </a:prstTxWarp>
            <a:noAutofit/>
          </a:bodyPr>
          <a:p>
            <a:pPr algn="ctr" marL="0"/>
          </a:p>
        </p:txBody>
      </p:sp>
    </p:spTree>
  </p:cSld>
  <p:clrMapOvr>
    <a:masterClrMapping/>
  </p:clrMapOvr>
  <p:transition spd="med">
    <p:newsflash/>
  </p:transition>
  <p:timing>
    <p:tnLst>
      <p:par>
        <p:cTn id="32346" dur="indefinite" repeatCount="1000" spd="100%" accel="0%" decel="0%" restart="never" nodeType="tmRoot">
          <p:childTnLst>
            <p:seq concurrent="true" nextAc="seek">
              <p:cTn id="32347" dur="indefinite" repeatCount="1000" spd="100%" accel="0%" decel="0%" nodeType="mainSeq">
                <p:childTnLst>
                  <p:par>
                    <p:cTn id="32348" repeatCount="1000" spd="100%" accel="0%" decel="0%" fill="hold">
                      <p:stCondLst>
                        <p:cond delay="indefinite"/>
                        <p:cond evt="onBegin" delay="0">
                          <p:tn val="32347"/>
                        </p:cond>
                      </p:stCondLst>
                      <p:childTnLst>
                        <p:par>
                          <p:cTn id="32349" repeatCount="1000" spd="100%" decel="0%" fill="hold">
                            <p:stCondLst>
                              <p:cond delay="0"/>
                            </p:stCondLst>
                            <p:childTnLst>
                              <p:par>
                                <p:cTn id="32350" presetID="2" presetClass="entr" presetSubtype="3" repeatCount="1000" spd="100%" decel="0%" fill="hold" nodeType="afterEffect">
                                  <p:stCondLst>
                                    <p:cond delay="0"/>
                                  </p:stCondLst>
                                  <p:childTnLst>
                                    <p:anim calcmode="lin" valueType="num">
                                      <p:cBhvr additive="base">
                                        <p:cTn id="32351" dur="1000" repeatCount="1000" spd="100%" accel="0%" decel="0%" fill="hold"/>
                                        <p:tgtEl>
                                          <p:spTgt spid="2"/>
                                        </p:tgtEl>
                                        <p:attrNameLst>
                                          <p:attrName>ppt_x</p:attrName>
                                        </p:attrNameLst>
                                      </p:cBhvr>
                                      <p:tavLst>
                                        <p:tav fmla="" tm="0">
                                          <p:val>
                                            <p:strVal val="1+#ppt_w/2"/>
                                          </p:val>
                                        </p:tav>
                                        <p:tav fmla="" tm="100000">
                                          <p:val>
                                            <p:strVal val="#ppt_x"/>
                                          </p:val>
                                        </p:tav>
                                      </p:tavLst>
                                    </p:anim>
                                    <p:anim calcmode="lin" valueType="num">
                                      <p:cBhvr additive="base">
                                        <p:cTn id="32352" dur="1000" repeatCount="1000" spd="100%" accel="0%" decel="0%" fill="hold"/>
                                        <p:tgtEl>
                                          <p:spTgt spid="2"/>
                                        </p:tgtEl>
                                        <p:attrNameLst>
                                          <p:attrName>ppt_y</p:attrName>
                                        </p:attrNameLst>
                                      </p:cBhvr>
                                      <p:tavLst>
                                        <p:tav fmla="" tm="0">
                                          <p:val>
                                            <p:strVal val="0-#ppt_h/2"/>
                                          </p:val>
                                        </p:tav>
                                        <p:tav fmla="" tm="100000">
                                          <p:val>
                                            <p:strVal val="#ppt_y"/>
                                          </p:val>
                                        </p:tav>
                                      </p:tavLst>
                                    </p:anim>
                                    <p:set>
                                      <p:cBhvr>
                                        <p:cTn id="32353" dur="1000" repeatCount="1000" spd="100%" accel="0%" decel="0%" fill="hold">
                                          <p:stCondLst>
                                            <p:cond delay="0"/>
                                          </p:stCondLst>
                                        </p:cTn>
                                        <p:tgtEl>
                                          <p:spTgt spid="2"/>
                                        </p:tgtEl>
                                        <p:attrNameLst>
                                          <p:attrName>style.visibility</p:attrName>
                                        </p:attrNameLst>
                                      </p:cBhvr>
                                      <p:to>
                                        <p:strVal val="visible"/>
                                      </p:to>
                                    </p:set>
                                  </p:childTnLst>
                                </p:cTn>
                              </p:par>
                            </p:childTnLst>
                          </p:cTn>
                        </p:par>
                        <p:par>
                          <p:cTn id="32354" repeatCount="1000" spd="100%" decel="0%" fill="hold">
                            <p:stCondLst>
                              <p:cond delay="0"/>
                            </p:stCondLst>
                            <p:childTnLst>
                              <p:par>
                                <p:cTn id="32355" presetID="7" presetClass="entr" presetSubtype="8" repeatCount="1000" spd="100%" decel="0%" fill="hold" nodeType="afterEffect">
                                  <p:stCondLst>
                                    <p:cond delay="0"/>
                                  </p:stCondLst>
                                  <p:childTnLst>
                                    <p:anim calcmode="lin" valueType="num">
                                      <p:cBhvr additive="base">
                                        <p:cTn id="32356" dur="2000" repeatCount="1000" spd="100%" accel="0%" decel="0%" fill="hold"/>
                                        <p:tgtEl>
                                          <p:spTgt spid="11"/>
                                        </p:tgtEl>
                                        <p:attrNameLst>
                                          <p:attrName>ppt_x</p:attrName>
                                        </p:attrNameLst>
                                      </p:cBhvr>
                                      <p:tavLst>
                                        <p:tav fmla="" tm="0">
                                          <p:val>
                                            <p:strVal val="0-#ppt_w/2"/>
                                          </p:val>
                                        </p:tav>
                                        <p:tav fmla="" tm="100000">
                                          <p:val>
                                            <p:strVal val="#ppt_x"/>
                                          </p:val>
                                        </p:tav>
                                      </p:tavLst>
                                    </p:anim>
                                    <p:anim calcmode="lin" valueType="num">
                                      <p:cBhvr additive="base">
                                        <p:cTn id="32357" dur="2000" repeatCount="1000" spd="100%" accel="0%" decel="0%" fill="hold"/>
                                        <p:tgtEl>
                                          <p:spTgt spid="11"/>
                                        </p:tgtEl>
                                        <p:attrNameLst>
                                          <p:attrName>ppt_y</p:attrName>
                                        </p:attrNameLst>
                                      </p:cBhvr>
                                      <p:tavLst>
                                        <p:tav fmla="" tm="0">
                                          <p:val>
                                            <p:strVal val="#ppt_y"/>
                                          </p:val>
                                        </p:tav>
                                        <p:tav fmla="" tm="100000">
                                          <p:val>
                                            <p:strVal val="#ppt_y"/>
                                          </p:val>
                                        </p:tav>
                                      </p:tavLst>
                                    </p:anim>
                                    <p:set>
                                      <p:cBhvr>
                                        <p:cTn id="32358" dur="2000" repeatCount="1000" spd="100%" accel="0%" decel="0%" fill="hold">
                                          <p:stCondLst>
                                            <p:cond delay="0"/>
                                          </p:stCondLst>
                                        </p:cTn>
                                        <p:tgtEl>
                                          <p:spTgt spid="11"/>
                                        </p:tgtEl>
                                        <p:attrNameLst>
                                          <p:attrName>style.visibility</p:attrName>
                                        </p:attrNameLst>
                                      </p:cBhvr>
                                      <p:to>
                                        <p:strVal val="visible"/>
                                      </p:to>
                                    </p:set>
                                  </p:childTnLst>
                                </p:cTn>
                              </p:par>
                            </p:childTnLst>
                          </p:cTn>
                        </p:par>
                        <p:par>
                          <p:cTn id="32359" repeatCount="1000" spd="100%" decel="0%" fill="hold">
                            <p:stCondLst>
                              <p:cond delay="0"/>
                            </p:stCondLst>
                            <p:childTnLst>
                              <p:par>
                                <p:cTn id="32360" presetID="12" presetClass="entr" presetSubtype="1" repeatCount="1000" spd="100%" decel="0%" fill="hold" nodeType="afterEffect">
                                  <p:stCondLst>
                                    <p:cond delay="0"/>
                                  </p:stCondLst>
                                  <p:childTnLst>
                                    <p:anim calcmode="lin" valueType="num">
                                      <p:cBhvr additive="base">
                                        <p:cTn id="32362" dur="500" repeatCount="1000" spd="100%" accel="0%" decel="0%"/>
                                        <p:tgtEl>
                                          <p:spTgt spid="10"/>
                                        </p:tgtEl>
                                        <p:attrNameLst>
                                          <p:attrName>ppt_y</p:attrName>
                                        </p:attrNameLst>
                                      </p:cBhvr>
                                      <p:tavLst>
                                        <p:tav fmla="" tm="0">
                                          <p:val>
                                            <p:strVal val="#ppt_y-#ppt_h*1.125000"/>
                                          </p:val>
                                        </p:tav>
                                        <p:tav fmla="" tm="100000">
                                          <p:val>
                                            <p:strVal val="#ppt_y"/>
                                          </p:val>
                                        </p:tav>
                                      </p:tavLst>
                                    </p:anim>
                                    <p:animEffect filter="wipe(down)" transition="in">
                                      <p:cBhvr>
                                        <p:cTn id="32361" dur="500" repeatCount="1000" spd="100%" accel="0%" decel="0%"/>
                                        <p:tgtEl>
                                          <p:spTgt spid="10"/>
                                        </p:tgtEl>
                                      </p:cBhvr>
                                    </p:animEffect>
                                    <p:set>
                                      <p:cBhvr>
                                        <p:cTn id="32363" dur="500" repeatCount="1000" spd="100%" accel="0%" decel="0%" fill="hold">
                                          <p:stCondLst>
                                            <p:cond delay="0"/>
                                          </p:stCondLst>
                                        </p:cTn>
                                        <p:tgtEl>
                                          <p:spTgt spid="10"/>
                                        </p:tgtEl>
                                        <p:attrNameLst>
                                          <p:attrName>style.visibility</p:attrName>
                                        </p:attrNameLst>
                                      </p:cBhvr>
                                      <p:to>
                                        <p:strVal val="visible"/>
                                      </p:to>
                                    </p:set>
                                  </p:childTnLst>
                                </p:cTn>
                              </p:par>
                            </p:childTnLst>
                          </p:cTn>
                        </p:par>
                        <p:par>
                          <p:cTn id="32364" repeatCount="1000" spd="100%" decel="0%" fill="hold">
                            <p:stCondLst>
                              <p:cond delay="0"/>
                            </p:stCondLst>
                            <p:childTnLst>
                              <p:par>
                                <p:cTn id="32365" presetID="2" presetClass="entr" presetSubtype="2" repeatCount="1000" spd="100%" decel="0%" fill="hold" nodeType="afterEffect">
                                  <p:stCondLst>
                                    <p:cond delay="0"/>
                                  </p:stCondLst>
                                  <p:childTnLst>
                                    <p:anim calcmode="lin" valueType="num">
                                      <p:cBhvr additive="base">
                                        <p:cTn id="32366" dur="1000" repeatCount="1000" spd="100%" accel="0%" decel="0%" fill="hold"/>
                                        <p:tgtEl>
                                          <p:spTgt spid="13"/>
                                        </p:tgtEl>
                                        <p:attrNameLst>
                                          <p:attrName>ppt_x</p:attrName>
                                        </p:attrNameLst>
                                      </p:cBhvr>
                                      <p:tavLst>
                                        <p:tav fmla="" tm="0">
                                          <p:val>
                                            <p:strVal val="1+#ppt_w/2"/>
                                          </p:val>
                                        </p:tav>
                                        <p:tav fmla="" tm="100000">
                                          <p:val>
                                            <p:strVal val="#ppt_x"/>
                                          </p:val>
                                        </p:tav>
                                      </p:tavLst>
                                    </p:anim>
                                    <p:anim calcmode="lin" valueType="num">
                                      <p:cBhvr additive="base">
                                        <p:cTn id="32367" dur="1000" repeatCount="1000" spd="100%" accel="0%" decel="0%" fill="hold"/>
                                        <p:tgtEl>
                                          <p:spTgt spid="13"/>
                                        </p:tgtEl>
                                        <p:attrNameLst>
                                          <p:attrName>ppt_y</p:attrName>
                                        </p:attrNameLst>
                                      </p:cBhvr>
                                      <p:tavLst>
                                        <p:tav fmla="" tm="0">
                                          <p:val>
                                            <p:strVal val="#ppt_y"/>
                                          </p:val>
                                        </p:tav>
                                        <p:tav fmla="" tm="100000">
                                          <p:val>
                                            <p:strVal val="#ppt_y"/>
                                          </p:val>
                                        </p:tav>
                                      </p:tavLst>
                                    </p:anim>
                                    <p:set>
                                      <p:cBhvr>
                                        <p:cTn id="32368" dur="1000" repeatCount="1000" spd="100%" accel="0%" decel="0%" fill="hold">
                                          <p:stCondLst>
                                            <p:cond delay="0"/>
                                          </p:stCondLst>
                                        </p:cTn>
                                        <p:tgtEl>
                                          <p:spTgt spid="13"/>
                                        </p:tgtEl>
                                        <p:attrNameLst>
                                          <p:attrName>style.visibility</p:attrName>
                                        </p:attrNameLst>
                                      </p:cBhvr>
                                      <p:to>
                                        <p:strVal val="visible"/>
                                      </p:to>
                                    </p:set>
                                  </p:childTnLst>
                                </p:cTn>
                              </p:par>
                            </p:childTnLst>
                          </p:cTn>
                        </p:par>
                        <p:par>
                          <p:cTn id="32369" repeatCount="1000" spd="100%" decel="0%" fill="hold">
                            <p:stCondLst>
                              <p:cond delay="0"/>
                            </p:stCondLst>
                            <p:childTnLst>
                              <p:par>
                                <p:cTn id="32370" presetID="3" presetClass="entr" presetSubtype="5" repeatCount="1000" spd="100%" decel="0%" fill="hold" nodeType="afterEffect">
                                  <p:stCondLst>
                                    <p:cond delay="0"/>
                                  </p:stCondLst>
                                  <p:childTnLst>
                                    <p:animEffect filter="blinds(vertical)" transition="in">
                                      <p:cBhvr>
                                        <p:cTn id="32371" dur="1000" repeatCount="1000" spd="100%" accel="0%" decel="0%"/>
                                        <p:tgtEl>
                                          <p:spTgt spid="9"/>
                                        </p:tgtEl>
                                      </p:cBhvr>
                                    </p:animEffect>
                                    <p:set>
                                      <p:cBhvr>
                                        <p:cTn id="32372" dur="1000" repeatCount="1000" spd="100%" accel="0%" decel="0%" fill="hold">
                                          <p:stCondLst>
                                            <p:cond delay="0"/>
                                          </p:stCondLst>
                                        </p:cTn>
                                        <p:tgtEl>
                                          <p:spTgt spid="9"/>
                                        </p:tgtEl>
                                        <p:attrNameLst>
                                          <p:attrName>style.visibility</p:attrName>
                                        </p:attrNameLst>
                                      </p:cBhvr>
                                      <p:to>
                                        <p:strVal val="visible"/>
                                      </p:to>
                                    </p:set>
                                  </p:childTnLst>
                                </p:cTn>
                              </p:par>
                            </p:childTnLst>
                          </p:cTn>
                        </p:par>
                        <p:par>
                          <p:cTn id="32373" repeatCount="1000" spd="100%" decel="0%" fill="hold">
                            <p:stCondLst>
                              <p:cond delay="0"/>
                            </p:stCondLst>
                            <p:childTnLst>
                              <p:par>
                                <p:cTn id="32374" presetID="21" presetClass="entr" presetSubtype="3" repeatCount="1000" spd="100%" decel="0%" fill="hold" nodeType="afterEffect">
                                  <p:stCondLst>
                                    <p:cond delay="0"/>
                                  </p:stCondLst>
                                  <p:childTnLst>
                                    <p:animEffect filter="wheel(3)" transition="in">
                                      <p:cBhvr>
                                        <p:cTn id="32375" dur="1000" repeatCount="1000" spd="100%" accel="0%" decel="0%"/>
                                        <p:tgtEl>
                                          <p:spTgt spid="8"/>
                                        </p:tgtEl>
                                      </p:cBhvr>
                                    </p:animEffect>
                                    <p:set>
                                      <p:cBhvr>
                                        <p:cTn id="32376" dur="1000" repeatCount="1000" spd="100%" accel="0%" decel="0%"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Impacts on Content Creation</a:t>
            </a:r>
          </a:p>
        </p:txBody>
      </p:sp>
      <p:sp>
        <p:nvSpPr>
          <p:cNvPr name="Freeform 3" id="3"/>
          <p:cNvSpPr/>
          <p:nvPr/>
        </p:nvSpPr>
        <p:spPr>
          <a:xfrm>
            <a:off x="3648819" y="1986883"/>
            <a:ext cx="1875636" cy="4118268"/>
          </a:xfrm>
          <a:custGeom>
            <a:avLst/>
            <a:gdLst/>
            <a:ahLst/>
            <a:cxnLst/>
            <a:rect r="r" b="b" t="t" l="l"/>
            <a:pathLst>
              <a:path w="918" h="2015" stroke="true" fill="norm" extrusionOk="true">
                <a:moveTo>
                  <a:pt x="697" y="2015"/>
                </a:moveTo>
                <a:lnTo>
                  <a:pt x="697" y="623"/>
                </a:lnTo>
                <a:lnTo>
                  <a:pt x="918" y="623"/>
                </a:lnTo>
                <a:lnTo>
                  <a:pt x="460" y="0"/>
                </a:lnTo>
                <a:lnTo>
                  <a:pt x="0" y="623"/>
                </a:lnTo>
                <a:lnTo>
                  <a:pt x="223" y="623"/>
                </a:lnTo>
                <a:lnTo>
                  <a:pt x="223" y="800"/>
                </a:lnTo>
              </a:path>
            </a:pathLst>
          </a:custGeom>
          <a:noFill/>
          <a:ln w="20638" cap="rnd">
            <a:solidFill>
              <a:schemeClr val="accent1"/>
            </a:solidFill>
            <a:prstDash val="solid"/>
          </a:ln>
        </p:spPr>
        <p:txBody>
          <a:bodyPr vert="horz" anchor="t" wrap="square" tIns="45720" lIns="91440" bIns="45720" rIns="91440">
            <a:prstTxWarp prst="textNoShape">
              <a:avLst/>
            </a:prstTxWarp>
            <a:normAutofit/>
          </a:bodyPr>
          <a:p>
            <a:pPr algn="l" marL="0"/>
          </a:p>
        </p:txBody>
      </p:sp>
      <p:grpSp>
        <p:nvGrpSpPr>
          <p:cNvPr name="Group 4" id="4"/>
          <p:cNvGrpSpPr/>
          <p:nvPr/>
        </p:nvGrpSpPr>
        <p:grpSpPr>
          <a:xfrm>
            <a:off x="3825183" y="3594851"/>
            <a:ext cx="549546" cy="549542"/>
            <a:chOff x="2406923" y="2845390"/>
            <a:chExt cx="571222" cy="571221"/>
          </a:xfrm>
        </p:grpSpPr>
        <p:sp>
          <p:nvSpPr>
            <p:cNvPr name="AutoShape 5" id="5"/>
            <p:cNvSpPr/>
            <p:nvPr/>
          </p:nvSpPr>
          <p:spPr>
            <a:xfrm>
              <a:off x="2406923" y="2845390"/>
              <a:ext cx="571222" cy="571221"/>
            </a:xfrm>
            <a:prstGeom prst="ellipse">
              <a:avLst/>
            </a:prstGeom>
            <a:solidFill>
              <a:schemeClr val="accent1"/>
            </a:solidFill>
            <a:ln>
              <a:noFill/>
            </a:ln>
          </p:spPr>
          <p:txBody>
            <a:bodyPr vert="horz" anchor="ctr" tIns="45720" lIns="91440" bIns="45720" rIns="91440">
              <a:normAutofit/>
            </a:bodyPr>
            <a:p>
              <a:pPr algn="ctr" marL="0"/>
            </a:p>
          </p:txBody>
        </p:sp>
        <p:sp>
          <p:nvSpPr>
            <p:cNvPr name="Freeform 6" id="6"/>
            <p:cNvSpPr/>
            <p:nvPr/>
          </p:nvSpPr>
          <p:spPr>
            <a:xfrm>
              <a:off x="2540113" y="3023891"/>
              <a:ext cx="304842" cy="214214"/>
            </a:xfrm>
            <a:custGeom>
              <a:avLst/>
              <a:gdLst/>
              <a:ahLst/>
              <a:cxnLst/>
              <a:rect r="r" b="b" t="t" l="l"/>
              <a:pathLst>
                <a:path w="607639" h="426991" stroke="true" fill="norm" extrusionOk="true">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rgbClr val="000000"/>
            </a:solidFill>
            <a:ln>
              <a:noFill/>
            </a:ln>
          </p:spPr>
          <p:txBody>
            <a:bodyPr vert="horz" anchor="t" tIns="45720" lIns="91440" bIns="45720" rIns="91440">
              <a:normAutofit/>
            </a:bodyPr>
            <a:p>
              <a:pPr algn="l" marL="0"/>
            </a:p>
          </p:txBody>
        </p:sp>
      </p:grpSp>
      <p:sp>
        <p:nvSpPr>
          <p:cNvPr name="AutoShape 7" id="7"/>
          <p:cNvSpPr/>
          <p:nvPr/>
        </p:nvSpPr>
        <p:spPr>
          <a:xfrm>
            <a:off x="695326" y="4576013"/>
            <a:ext cx="3899740" cy="1903350"/>
          </a:xfrm>
          <a:prstGeom prst="rect">
            <a:avLst/>
          </a:prstGeom>
          <a:noFill/>
          <a:ln>
            <a:noFill/>
          </a:ln>
        </p:spPr>
        <p:txBody>
          <a:bodyPr vert="horz" anchor="t" wrap="square" tIns="46800" lIns="90000" bIns="46800" rIns="90000">
            <a:spAutoFit/>
          </a:bodyPr>
          <a:p>
            <a:pPr algn="r" marL="0">
              <a:lnSpc>
                <a:spcPct val="150000"/>
              </a:lnSpc>
            </a:pPr>
            <a:r>
              <a:rPr lang="zh-CN" b="false" i="false" sz="1400" baseline="0" u="none" altLang="en-US">
                <a:solidFill>
                  <a:srgbClr val="FFFFFF"/>
                </a:solidFill>
                <a:latin typeface="微软雅黑"/>
                <a:ea typeface="微软雅黑"/>
              </a:rPr>
              <a:t>AI agents are set to redefine the roles of content creators by automating routine tasks, allowing professionals to focus on creativity and strategy. This shift may lead to the development of new job roles centered around AI management.</a:t>
            </a:r>
          </a:p>
        </p:txBody>
      </p:sp>
      <p:sp>
        <p:nvSpPr>
          <p:cNvPr name="TextBox 8" id="8"/>
          <p:cNvSpPr txBox="true"/>
          <p:nvPr/>
        </p:nvSpPr>
        <p:spPr>
          <a:xfrm>
            <a:off x="695326" y="4145752"/>
            <a:ext cx="3899740" cy="340735"/>
          </a:xfrm>
          <a:prstGeom prst="rect">
            <a:avLst/>
          </a:prstGeom>
          <a:noFill/>
          <a:ln>
            <a:noFill/>
          </a:ln>
        </p:spPr>
        <p:txBody>
          <a:bodyPr anchor="t" rtlCol="false" vert="horz" wrap="square" tIns="46800" lIns="90000" bIns="46800" rIns="90000">
            <a:spAutoFit/>
          </a:bodyPr>
          <a:lstStyle/>
          <a:p>
            <a:pPr algn="r" marL="0">
              <a:lnSpc>
                <a:spcPct val="100000"/>
              </a:lnSpc>
              <a:spcBef>
                <a:spcPct val="0"/>
              </a:spcBef>
              <a:defRPr/>
            </a:pPr>
            <a:r>
              <a:rPr lang="zh-CN" b="true" i="false" sz="1600" baseline="0" u="none" altLang="en-US">
                <a:solidFill>
                  <a:schemeClr val="accent1"/>
                </a:solidFill>
                <a:latin typeface="微软雅黑"/>
                <a:ea typeface="微软雅黑"/>
              </a:rPr>
              <a:t>Shifting Roles in Content Creation</a:t>
            </a:r>
            <a:endParaRPr lang="en-US" sz="1100"/>
          </a:p>
        </p:txBody>
      </p:sp>
      <p:sp>
        <p:nvSpPr>
          <p:cNvPr name="Freeform 9" id="9"/>
          <p:cNvSpPr/>
          <p:nvPr/>
        </p:nvSpPr>
        <p:spPr>
          <a:xfrm flipH="true" flipV="true">
            <a:off x="6666301" y="1087064"/>
            <a:ext cx="1875636" cy="4118268"/>
          </a:xfrm>
          <a:custGeom>
            <a:avLst/>
            <a:gdLst/>
            <a:ahLst/>
            <a:cxnLst/>
            <a:rect r="r" b="b" t="t" l="l"/>
            <a:pathLst>
              <a:path w="918" h="2015" stroke="true" fill="norm" extrusionOk="true">
                <a:moveTo>
                  <a:pt x="697" y="2015"/>
                </a:moveTo>
                <a:lnTo>
                  <a:pt x="697" y="623"/>
                </a:lnTo>
                <a:lnTo>
                  <a:pt x="918" y="623"/>
                </a:lnTo>
                <a:lnTo>
                  <a:pt x="460" y="0"/>
                </a:lnTo>
                <a:lnTo>
                  <a:pt x="0" y="623"/>
                </a:lnTo>
                <a:lnTo>
                  <a:pt x="223" y="623"/>
                </a:lnTo>
                <a:lnTo>
                  <a:pt x="223" y="800"/>
                </a:lnTo>
              </a:path>
            </a:pathLst>
          </a:custGeom>
          <a:noFill/>
          <a:ln w="20638" cap="rnd">
            <a:solidFill>
              <a:schemeClr val="accent3"/>
            </a:solidFill>
            <a:prstDash val="solid"/>
          </a:ln>
        </p:spPr>
        <p:txBody>
          <a:bodyPr vert="horz" anchor="t" wrap="square" tIns="45720" lIns="91440" bIns="45720" rIns="91440">
            <a:prstTxWarp prst="textNoShape">
              <a:avLst/>
            </a:prstTxWarp>
            <a:normAutofit/>
          </a:bodyPr>
          <a:p>
            <a:pPr algn="l" marL="0"/>
          </a:p>
        </p:txBody>
      </p:sp>
      <p:grpSp>
        <p:nvGrpSpPr>
          <p:cNvPr name="Group 10" id="10"/>
          <p:cNvGrpSpPr/>
          <p:nvPr/>
        </p:nvGrpSpPr>
        <p:grpSpPr>
          <a:xfrm>
            <a:off x="7815758" y="3035784"/>
            <a:ext cx="549546" cy="549542"/>
            <a:chOff x="2406923" y="2845390"/>
            <a:chExt cx="571222" cy="571221"/>
          </a:xfrm>
        </p:grpSpPr>
        <p:sp>
          <p:nvSpPr>
            <p:cNvPr name="AutoShape 11" id="11"/>
            <p:cNvSpPr/>
            <p:nvPr/>
          </p:nvSpPr>
          <p:spPr>
            <a:xfrm>
              <a:off x="2406923" y="2845390"/>
              <a:ext cx="571222" cy="571221"/>
            </a:xfrm>
            <a:prstGeom prst="ellipse">
              <a:avLst/>
            </a:prstGeom>
            <a:solidFill>
              <a:schemeClr val="accent3"/>
            </a:solidFill>
            <a:ln>
              <a:noFill/>
            </a:ln>
          </p:spPr>
          <p:txBody>
            <a:bodyPr vert="horz" anchor="ctr" tIns="45720" lIns="91440" bIns="45720" rIns="91440">
              <a:normAutofit/>
            </a:bodyPr>
            <a:p>
              <a:pPr algn="ctr" marL="0"/>
            </a:p>
          </p:txBody>
        </p:sp>
        <p:sp>
          <p:nvSpPr>
            <p:cNvPr name="Freeform 12" id="12"/>
            <p:cNvSpPr/>
            <p:nvPr/>
          </p:nvSpPr>
          <p:spPr>
            <a:xfrm>
              <a:off x="2540113" y="2978777"/>
              <a:ext cx="304842" cy="304441"/>
            </a:xfrm>
            <a:custGeom>
              <a:avLst/>
              <a:gdLst/>
              <a:ahLst/>
              <a:cxnLst/>
              <a:rect r="r" b="b" t="t" l="l"/>
              <a:pathLst>
                <a:path w="591547" h="590770" stroke="true" fill="norm" extrusionOk="true">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rgbClr val="000000"/>
            </a:solidFill>
            <a:ln>
              <a:noFill/>
            </a:ln>
          </p:spPr>
          <p:txBody>
            <a:bodyPr vert="horz" anchor="t" tIns="45720" lIns="91440" bIns="45720" rIns="91440">
              <a:normAutofit/>
            </a:bodyPr>
            <a:p>
              <a:pPr algn="l" marL="0"/>
            </a:p>
          </p:txBody>
        </p:sp>
      </p:grpSp>
      <p:sp>
        <p:nvSpPr>
          <p:cNvPr name="AutoShape 13" id="13"/>
          <p:cNvSpPr/>
          <p:nvPr/>
        </p:nvSpPr>
        <p:spPr>
          <a:xfrm>
            <a:off x="7551351" y="1628716"/>
            <a:ext cx="4379915" cy="1541400"/>
          </a:xfrm>
          <a:prstGeom prst="rect">
            <a:avLst/>
          </a:prstGeom>
          <a:noFill/>
          <a:ln>
            <a:noFill/>
          </a:ln>
        </p:spPr>
        <p:txBody>
          <a:bodyPr vert="horz" anchor="t" wrap="square" tIns="46800" lIns="90000" bIns="46800" rIns="90000">
            <a:spAutoFit/>
          </a:bodyPr>
          <a:p>
            <a:pPr algn="l" marL="0">
              <a:lnSpc>
                <a:spcPct val="150000"/>
              </a:lnSpc>
            </a:pPr>
            <a:r>
              <a:rPr lang="zh-CN" b="false" i="false" sz="1400" baseline="0" u="none" altLang="en-US">
                <a:solidFill>
                  <a:srgbClr val="FFFFFF"/>
                </a:solidFill>
                <a:latin typeface="微软雅黑"/>
                <a:ea typeface="微软雅黑"/>
              </a:rPr>
              <a:t>With the sophistication of AI agents, SEO and marketing strategies will increasingly rely on data-driven insights generated by these agents, leading to more effective campaigns and improved ROI for businesses across industries.</a:t>
            </a:r>
          </a:p>
        </p:txBody>
      </p:sp>
      <p:sp>
        <p:nvSpPr>
          <p:cNvPr name="TextBox 14" id="14"/>
          <p:cNvSpPr txBox="true"/>
          <p:nvPr/>
        </p:nvSpPr>
        <p:spPr>
          <a:xfrm>
            <a:off x="7551351" y="1215836"/>
            <a:ext cx="4379915" cy="340735"/>
          </a:xfrm>
          <a:prstGeom prst="rect">
            <a:avLst/>
          </a:prstGeom>
          <a:noFill/>
          <a:ln>
            <a:noFill/>
          </a:ln>
        </p:spPr>
        <p:txBody>
          <a:bodyPr anchor="t" rtlCol="false" vert="horz" wrap="square" tIns="46800" lIns="90000" bIns="46800" rIns="90000">
            <a:spAutoFit/>
          </a:bodyPr>
          <a:lstStyle/>
          <a:p>
            <a:pPr algn="l" marL="0">
              <a:lnSpc>
                <a:spcPct val="100000"/>
              </a:lnSpc>
              <a:spcBef>
                <a:spcPct val="0"/>
              </a:spcBef>
              <a:defRPr/>
            </a:pPr>
            <a:r>
              <a:rPr lang="zh-CN" b="true" i="false" sz="1600" baseline="0" u="none" altLang="en-US">
                <a:solidFill>
                  <a:schemeClr val="accent1"/>
                </a:solidFill>
                <a:latin typeface="微软雅黑"/>
                <a:ea typeface="微软雅黑"/>
              </a:rPr>
              <a:t>Redefining SEO and Marketing Strategies</a:t>
            </a:r>
            <a:endParaRPr lang="en-US" sz="1100"/>
          </a:p>
        </p:txBody>
      </p:sp>
    </p:spTree>
  </p:cSld>
  <p:clrMapOvr>
    <a:masterClrMapping/>
  </p:clrMapOvr>
  <p:transition spd="slow">
    <p:push dir="u"/>
  </p:transition>
  <p:timing>
    <p:tnLst>
      <p:par>
        <p:cTn id="34458" dur="indefinite" repeatCount="1000" spd="100%" accel="0%" decel="0%" restart="never" nodeType="tmRoot">
          <p:childTnLst>
            <p:seq concurrent="true" nextAc="seek">
              <p:cTn id="34459" dur="indefinite" repeatCount="1000" spd="100%" accel="0%" decel="0%" nodeType="mainSeq">
                <p:childTnLst>
                  <p:par>
                    <p:cTn id="34460" repeatCount="1000" spd="100%" accel="0%" decel="0%" fill="hold">
                      <p:stCondLst>
                        <p:cond delay="indefinite"/>
                        <p:cond evt="onBegin" delay="0">
                          <p:tn val="34459"/>
                        </p:cond>
                      </p:stCondLst>
                      <p:childTnLst>
                        <p:par>
                          <p:cTn id="34461" repeatCount="1000" spd="100%" decel="0%" fill="hold">
                            <p:stCondLst>
                              <p:cond delay="0"/>
                            </p:stCondLst>
                            <p:childTnLst>
                              <p:par>
                                <p:cTn id="34462" presetID="7" presetClass="entr" presetSubtype="8" repeatCount="1000" spd="100%" decel="0%" fill="hold" nodeType="afterEffect">
                                  <p:stCondLst>
                                    <p:cond delay="0"/>
                                  </p:stCondLst>
                                  <p:childTnLst>
                                    <p:anim calcmode="lin" valueType="num">
                                      <p:cBhvr additive="base">
                                        <p:cTn id="34463" dur="2000" repeatCount="1000" spd="100%" accel="0%" decel="0%" fill="hold"/>
                                        <p:tgtEl>
                                          <p:spTgt spid="2"/>
                                        </p:tgtEl>
                                        <p:attrNameLst>
                                          <p:attrName>ppt_x</p:attrName>
                                        </p:attrNameLst>
                                      </p:cBhvr>
                                      <p:tavLst>
                                        <p:tav fmla="" tm="0">
                                          <p:val>
                                            <p:strVal val="0-#ppt_w/2"/>
                                          </p:val>
                                        </p:tav>
                                        <p:tav fmla="" tm="100000">
                                          <p:val>
                                            <p:strVal val="#ppt_x"/>
                                          </p:val>
                                        </p:tav>
                                      </p:tavLst>
                                    </p:anim>
                                    <p:anim calcmode="lin" valueType="num">
                                      <p:cBhvr additive="base">
                                        <p:cTn id="34464" dur="2000" repeatCount="1000" spd="100%" accel="0%" decel="0%" fill="hold"/>
                                        <p:tgtEl>
                                          <p:spTgt spid="2"/>
                                        </p:tgtEl>
                                        <p:attrNameLst>
                                          <p:attrName>ppt_y</p:attrName>
                                        </p:attrNameLst>
                                      </p:cBhvr>
                                      <p:tavLst>
                                        <p:tav fmla="" tm="0">
                                          <p:val>
                                            <p:strVal val="#ppt_y"/>
                                          </p:val>
                                        </p:tav>
                                        <p:tav fmla="" tm="100000">
                                          <p:val>
                                            <p:strVal val="#ppt_y"/>
                                          </p:val>
                                        </p:tav>
                                      </p:tavLst>
                                    </p:anim>
                                    <p:set>
                                      <p:cBhvr>
                                        <p:cTn id="34465" dur="2000" repeatCount="1000" spd="100%" accel="0%" decel="0%" fill="hold">
                                          <p:stCondLst>
                                            <p:cond delay="0"/>
                                          </p:stCondLst>
                                        </p:cTn>
                                        <p:tgtEl>
                                          <p:spTgt spid="2"/>
                                        </p:tgtEl>
                                        <p:attrNameLst>
                                          <p:attrName>style.visibility</p:attrName>
                                        </p:attrNameLst>
                                      </p:cBhvr>
                                      <p:to>
                                        <p:strVal val="visible"/>
                                      </p:to>
                                    </p:set>
                                  </p:childTnLst>
                                </p:cTn>
                              </p:par>
                            </p:childTnLst>
                          </p:cTn>
                        </p:par>
                        <p:par>
                          <p:cTn id="34466" repeatCount="1000" spd="100%" decel="0%" fill="hold">
                            <p:stCondLst>
                              <p:cond delay="0"/>
                            </p:stCondLst>
                            <p:childTnLst>
                              <p:par>
                                <p:cTn id="34467" presetID="12" presetClass="entr" presetSubtype="1" repeatCount="1000" spd="100%" decel="0%" fill="hold" nodeType="afterEffect">
                                  <p:stCondLst>
                                    <p:cond delay="0"/>
                                  </p:stCondLst>
                                  <p:childTnLst>
                                    <p:anim calcmode="lin" valueType="num">
                                      <p:cBhvr additive="base">
                                        <p:cTn id="34469" dur="500" repeatCount="1000" spd="100%" accel="0%" decel="0%"/>
                                        <p:tgtEl>
                                          <p:spTgt spid="8"/>
                                        </p:tgtEl>
                                        <p:attrNameLst>
                                          <p:attrName>ppt_y</p:attrName>
                                        </p:attrNameLst>
                                      </p:cBhvr>
                                      <p:tavLst>
                                        <p:tav fmla="" tm="0">
                                          <p:val>
                                            <p:strVal val="#ppt_y-#ppt_h*1.125000"/>
                                          </p:val>
                                        </p:tav>
                                        <p:tav fmla="" tm="100000">
                                          <p:val>
                                            <p:strVal val="#ppt_y"/>
                                          </p:val>
                                        </p:tav>
                                      </p:tavLst>
                                    </p:anim>
                                    <p:animEffect filter="wipe(down)" transition="in">
                                      <p:cBhvr>
                                        <p:cTn id="34468" dur="500" repeatCount="1000" spd="100%" accel="0%" decel="0%"/>
                                        <p:tgtEl>
                                          <p:spTgt spid="8"/>
                                        </p:tgtEl>
                                      </p:cBhvr>
                                    </p:animEffect>
                                    <p:set>
                                      <p:cBhvr>
                                        <p:cTn id="34470" dur="500" repeatCount="1000" spd="100%" accel="0%" decel="0%" fill="hold">
                                          <p:stCondLst>
                                            <p:cond delay="0"/>
                                          </p:stCondLst>
                                        </p:cTn>
                                        <p:tgtEl>
                                          <p:spTgt spid="8"/>
                                        </p:tgtEl>
                                        <p:attrNameLst>
                                          <p:attrName>style.visibility</p:attrName>
                                        </p:attrNameLst>
                                      </p:cBhvr>
                                      <p:to>
                                        <p:strVal val="visible"/>
                                      </p:to>
                                    </p:set>
                                  </p:childTnLst>
                                </p:cTn>
                              </p:par>
                            </p:childTnLst>
                          </p:cTn>
                        </p:par>
                        <p:par>
                          <p:cTn id="34471" repeatCount="1000" spd="100%" decel="0%" fill="hold">
                            <p:stCondLst>
                              <p:cond delay="0"/>
                            </p:stCondLst>
                            <p:childTnLst>
                              <p:par>
                                <p:cTn id="34472" presetID="14" presetClass="entr" presetSubtype="10" repeatCount="1000" spd="100%" decel="0%" fill="hold" nodeType="afterEffect">
                                  <p:stCondLst>
                                    <p:cond delay="0"/>
                                  </p:stCondLst>
                                  <p:childTnLst>
                                    <p:animEffect filter="randombar(horizontal)" transition="in">
                                      <p:cBhvr>
                                        <p:cTn id="34473" dur="1000" repeatCount="1000" spd="100%" accel="0%" decel="0%"/>
                                        <p:tgtEl>
                                          <p:spTgt spid="7"/>
                                        </p:tgtEl>
                                      </p:cBhvr>
                                    </p:animEffect>
                                    <p:set>
                                      <p:cBhvr>
                                        <p:cTn id="34474" dur="1000" repeatCount="1000" spd="100%" accel="0%" decel="0%" fill="hold">
                                          <p:stCondLst>
                                            <p:cond delay="0"/>
                                          </p:stCondLst>
                                        </p:cTn>
                                        <p:tgtEl>
                                          <p:spTgt spid="7"/>
                                        </p:tgtEl>
                                        <p:attrNameLst>
                                          <p:attrName>style.visibility</p:attrName>
                                        </p:attrNameLst>
                                      </p:cBhvr>
                                      <p:to>
                                        <p:strVal val="visible"/>
                                      </p:to>
                                    </p:set>
                                  </p:childTnLst>
                                </p:cTn>
                              </p:par>
                            </p:childTnLst>
                          </p:cTn>
                        </p:par>
                        <p:par>
                          <p:cTn id="34475" repeatCount="1000" spd="100%" decel="0%" fill="hold">
                            <p:stCondLst>
                              <p:cond delay="0"/>
                            </p:stCondLst>
                            <p:childTnLst>
                              <p:par>
                                <p:cTn id="34476" presetID="37" presetClass="entr" presetSubtype="0" repeatCount="1000" spd="100%" decel="0%" fill="hold" nodeType="afterEffect">
                                  <p:stCondLst>
                                    <p:cond delay="0"/>
                                  </p:stCondLst>
                                  <p:childTnLst>
                                    <p:anim calcmode="lin" valueType="num">
                                      <p:cBhvr>
                                        <p:cTn id="34478" dur="1000" repeatCount="1000" spd="100%" accel="0%" decel="0%" fill="hold"/>
                                        <p:tgtEl>
                                          <p:spTgt spid="14"/>
                                        </p:tgtEl>
                                        <p:attrNameLst>
                                          <p:attrName>ppt_x</p:attrName>
                                        </p:attrNameLst>
                                      </p:cBhvr>
                                      <p:tavLst>
                                        <p:tav fmla="" tm="0">
                                          <p:val>
                                            <p:strVal val="#ppt_x"/>
                                          </p:val>
                                        </p:tav>
                                        <p:tav fmla="" tm="100000">
                                          <p:val>
                                            <p:strVal val="#ppt_x"/>
                                          </p:val>
                                        </p:tav>
                                      </p:tavLst>
                                    </p:anim>
                                    <p:anim calcmode="lin" valueType="num">
                                      <p:cBhvr>
                                        <p:cTn id="34479" dur="900" repeatCount="1000" spd="100%" accel="0%" decel="100000" fill="hold"/>
                                        <p:tgtEl>
                                          <p:spTgt spid="14"/>
                                        </p:tgtEl>
                                        <p:attrNameLst>
                                          <p:attrName>ppt_y</p:attrName>
                                        </p:attrNameLst>
                                      </p:cBhvr>
                                      <p:tavLst>
                                        <p:tav fmla="" tm="0">
                                          <p:val>
                                            <p:strVal val="#ppt_y+1"/>
                                          </p:val>
                                        </p:tav>
                                        <p:tav fmla="" tm="100000">
                                          <p:val>
                                            <p:strVal val="#ppt_y-.03"/>
                                          </p:val>
                                        </p:tav>
                                      </p:tavLst>
                                    </p:anim>
                                    <p:anim calcmode="lin" valueType="num">
                                      <p:cBhvr>
                                        <p:cTn id="34480" dur="100" repeatCount="1000" spd="100%" accel="100000" decel="0%" fill="hold">
                                          <p:stCondLst>
                                            <p:cond delay="900"/>
                                          </p:stCondLst>
                                        </p:cTn>
                                        <p:tgtEl>
                                          <p:spTgt spid="14"/>
                                        </p:tgtEl>
                                        <p:attrNameLst>
                                          <p:attrName>ppt_y</p:attrName>
                                        </p:attrNameLst>
                                      </p:cBhvr>
                                      <p:tavLst>
                                        <p:tav fmla="" tm="0">
                                          <p:val>
                                            <p:strVal val="#ppt_y-.03"/>
                                          </p:val>
                                        </p:tav>
                                        <p:tav fmla="" tm="100000">
                                          <p:val>
                                            <p:strVal val="#ppt_y"/>
                                          </p:val>
                                        </p:tav>
                                      </p:tavLst>
                                    </p:anim>
                                    <p:animEffect filter="fade" transition="in">
                                      <p:cBhvr>
                                        <p:cTn id="34477" dur="1000" repeatCount="1000" spd="100%" accel="0%" decel="0%"/>
                                        <p:tgtEl>
                                          <p:spTgt spid="14"/>
                                        </p:tgtEl>
                                      </p:cBhvr>
                                    </p:animEffect>
                                    <p:set>
                                      <p:cBhvr>
                                        <p:cTn id="34481" dur="1" repeatCount="1000" spd="100%" accel="0%" decel="0%" fill="hold">
                                          <p:stCondLst>
                                            <p:cond delay="0"/>
                                          </p:stCondLst>
                                        </p:cTn>
                                        <p:tgtEl>
                                          <p:spTgt spid="14"/>
                                        </p:tgtEl>
                                        <p:attrNameLst>
                                          <p:attrName>style.visibility</p:attrName>
                                        </p:attrNameLst>
                                      </p:cBhvr>
                                      <p:to>
                                        <p:strVal val="visible"/>
                                      </p:to>
                                    </p:set>
                                  </p:childTnLst>
                                </p:cTn>
                              </p:par>
                            </p:childTnLst>
                          </p:cTn>
                        </p:par>
                        <p:par>
                          <p:cTn id="34482" repeatCount="1000" spd="100%" decel="0%" fill="hold">
                            <p:stCondLst>
                              <p:cond delay="0"/>
                            </p:stCondLst>
                            <p:childTnLst>
                              <p:par>
                                <p:cTn id="34483" presetID="50" presetClass="entr" presetSubtype="0" repeatCount="1000" spd="100%" decel="0%" fill="hold" nodeType="afterEffect">
                                  <p:stCondLst>
                                    <p:cond delay="0"/>
                                  </p:stCondLst>
                                  <p:childTnLst>
                                    <p:anim calcmode="lin" valueType="num">
                                      <p:cBhvr>
                                        <p:cTn id="34485" dur="1000" repeatCount="1000" spd="100%" accel="0%" decel="0%" fill="hold"/>
                                        <p:tgtEl>
                                          <p:spTgt spid="13"/>
                                        </p:tgtEl>
                                        <p:attrNameLst>
                                          <p:attrName>ppt_w</p:attrName>
                                        </p:attrNameLst>
                                      </p:cBhvr>
                                      <p:tavLst>
                                        <p:tav fmla="" tm="0">
                                          <p:val>
                                            <p:strVal val="#ppt_w+.3"/>
                                          </p:val>
                                        </p:tav>
                                        <p:tav fmla="" tm="100000">
                                          <p:val>
                                            <p:strVal val="#ppt_w"/>
                                          </p:val>
                                        </p:tav>
                                      </p:tavLst>
                                    </p:anim>
                                    <p:anim calcmode="lin" valueType="num">
                                      <p:cBhvr>
                                        <p:cTn id="34486" dur="1000" repeatCount="1000" spd="100%" accel="0%" decel="0%" fill="hold"/>
                                        <p:tgtEl>
                                          <p:spTgt spid="13"/>
                                        </p:tgtEl>
                                        <p:attrNameLst>
                                          <p:attrName>ppt_h</p:attrName>
                                        </p:attrNameLst>
                                      </p:cBhvr>
                                      <p:tavLst>
                                        <p:tav fmla="" tm="0">
                                          <p:val>
                                            <p:strVal val="#ppt_h"/>
                                          </p:val>
                                        </p:tav>
                                        <p:tav fmla="" tm="100000">
                                          <p:val>
                                            <p:strVal val="#ppt_h"/>
                                          </p:val>
                                        </p:tav>
                                      </p:tavLst>
                                    </p:anim>
                                    <p:animEffect filter="fade" transition="in">
                                      <p:cBhvr>
                                        <p:cTn id="34484" dur="1000" repeatCount="1000" spd="100%" accel="0%" decel="0%"/>
                                        <p:tgtEl>
                                          <p:spTgt spid="13"/>
                                        </p:tgtEl>
                                      </p:cBhvr>
                                    </p:animEffect>
                                    <p:set>
                                      <p:cBhvr>
                                        <p:cTn id="34487" dur="1" repeatCount="1000" spd="100%" accel="0%" decel="0%"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709305" y="4082344"/>
            <a:ext cx="5677105" cy="480131"/>
          </a:xfrm>
        </p:spPr>
        <p:txBody>
          <a:bodyPr vert="horz" anchor="t" tIns="45720" lIns="91440" bIns="45720" rIns="91440">
            <a:spAutoFit/>
          </a:bodyPr>
          <a:p>
            <a:pPr algn="l">
              <a:lnSpc>
                <a:spcPct val="90000"/>
              </a:lnSpc>
              <a:spcBef>
                <a:spcPct val="0"/>
              </a:spcBef>
            </a:pPr>
            <a:r>
              <a:rPr lang="zh-CN" b="true" i="true" sz="2800" baseline="0" u="none" altLang="en-US">
                <a:solidFill>
                  <a:srgbClr val="FFFFFF"/>
                </a:solidFill>
                <a:latin typeface="微软雅黑"/>
                <a:ea typeface="微软雅黑"/>
              </a:rPr>
              <a:t>Conclusion</a:t>
            </a:r>
          </a:p>
        </p:txBody>
      </p:sp>
      <p:sp>
        <p:nvSpPr>
          <p:cNvPr name="TextBox 3" id="3"/>
          <p:cNvSpPr txBox="true"/>
          <p:nvPr/>
        </p:nvSpPr>
        <p:spPr>
          <a:xfrm>
            <a:off x="709613" y="2830923"/>
            <a:ext cx="1210588" cy="1200329"/>
          </a:xfrm>
          <a:prstGeom prst="rect">
            <a:avLst/>
          </a:prstGeom>
          <a:noFill/>
        </p:spPr>
        <p:txBody>
          <a:bodyPr anchor="t" rtlCol="false" vert="horz" wrap="none" tIns="45720" lIns="91440" bIns="45720" rIns="91440">
            <a:spAutoFit/>
          </a:bodyPr>
          <a:lstStyle/>
          <a:p>
            <a:pPr algn="l" marL="0">
              <a:defRPr/>
            </a:pPr>
            <a:r>
              <a:rPr lang="en-US" b="true" i="true" sz="7200" baseline="0" u="none">
                <a:solidFill>
                  <a:schemeClr val="accent1"/>
                </a:solidFill>
                <a:latin typeface="Arial"/>
                <a:ea typeface="Arial"/>
              </a:rPr>
              <a:t>06</a:t>
            </a:r>
            <a:endParaRPr lang="en-US" sz="1100"/>
          </a:p>
        </p:txBody>
      </p:sp>
    </p:spTree>
  </p:cSld>
  <p:clrMapOvr>
    <a:masterClrMapping/>
  </p:clrMapOvr>
  <p:transition spd="slow">
    <p:blinds dir="horz"/>
  </p:transition>
  <p:timing>
    <p:tnLst>
      <p:par>
        <p:cTn id="36734" dur="indefinite" repeatCount="1000" spd="100%" accel="0%" decel="0%" restart="never" nodeType="tmRoot">
          <p:childTnLst>
            <p:seq concurrent="true" nextAc="seek">
              <p:cTn id="36735" dur="indefinite" repeatCount="1000" spd="100%" accel="0%" decel="0%" nodeType="mainSeq">
                <p:childTnLst>
                  <p:par>
                    <p:cTn id="36736" repeatCount="1000" spd="100%" accel="0%" decel="0%" fill="hold">
                      <p:stCondLst>
                        <p:cond delay="indefinite"/>
                        <p:cond evt="onBegin" delay="0">
                          <p:tn val="36735"/>
                        </p:cond>
                      </p:stCondLst>
                      <p:childTnLst>
                        <p:par>
                          <p:cTn id="36737" repeatCount="1000" spd="100%" decel="0%" fill="hold">
                            <p:stCondLst>
                              <p:cond delay="0"/>
                            </p:stCondLst>
                            <p:childTnLst>
                              <p:par>
                                <p:cTn id="36738" presetID="16" presetClass="entr" presetSubtype="21" repeatCount="1000" spd="100%" decel="0%" fill="hold" nodeType="afterEffect">
                                  <p:stCondLst>
                                    <p:cond delay="0"/>
                                  </p:stCondLst>
                                  <p:childTnLst>
                                    <p:animEffect filter="barn(inVertical)" transition="in">
                                      <p:cBhvr>
                                        <p:cTn id="36739" dur="500" repeatCount="1000" spd="100%" accel="0%" decel="0%"/>
                                        <p:tgtEl>
                                          <p:spTgt spid="3"/>
                                        </p:tgtEl>
                                      </p:cBhvr>
                                    </p:animEffect>
                                    <p:set>
                                      <p:cBhvr>
                                        <p:cTn id="36740" dur="500" repeatCount="1000" spd="100%" accel="0%" decel="0%" fill="hold">
                                          <p:stCondLst>
                                            <p:cond delay="0"/>
                                          </p:stCondLst>
                                        </p:cTn>
                                        <p:tgtEl>
                                          <p:spTgt spid="3"/>
                                        </p:tgtEl>
                                        <p:attrNameLst>
                                          <p:attrName>style.visibility</p:attrName>
                                        </p:attrNameLst>
                                      </p:cBhvr>
                                      <p:to>
                                        <p:strVal val="visible"/>
                                      </p:to>
                                    </p:set>
                                  </p:childTnLst>
                                </p:cTn>
                              </p:par>
                            </p:childTnLst>
                          </p:cTn>
                        </p:par>
                        <p:par>
                          <p:cTn id="36741" repeatCount="1000" spd="100%" decel="0%" fill="hold">
                            <p:stCondLst>
                              <p:cond delay="0"/>
                            </p:stCondLst>
                            <p:childTnLst>
                              <p:par>
                                <p:cTn id="36742" presetID="23" presetClass="entr" presetSubtype="288" repeatCount="1000" spd="100%" decel="0%" fill="hold" nodeType="afterEffect">
                                  <p:stCondLst>
                                    <p:cond delay="0"/>
                                  </p:stCondLst>
                                  <p:childTnLst>
                                    <p:anim calcmode="lin" valueType="num">
                                      <p:cBhvr>
                                        <p:cTn id="36743" dur="500" repeatCount="1000" spd="100%" accel="0%" decel="0%" fill="hold"/>
                                        <p:tgtEl>
                                          <p:spTgt spid="2"/>
                                        </p:tgtEl>
                                        <p:attrNameLst>
                                          <p:attrName>ppt_w</p:attrName>
                                        </p:attrNameLst>
                                      </p:cBhvr>
                                      <p:tavLst>
                                        <p:tav fmla="" tm="0">
                                          <p:val>
                                            <p:strVal val="4/3*#ppt_w"/>
                                          </p:val>
                                        </p:tav>
                                        <p:tav fmla="" tm="100000">
                                          <p:val>
                                            <p:strVal val="#ppt_w"/>
                                          </p:val>
                                        </p:tav>
                                      </p:tavLst>
                                    </p:anim>
                                    <p:anim calcmode="lin" valueType="num">
                                      <p:cBhvr>
                                        <p:cTn id="36744" dur="500" repeatCount="1000" spd="100%" accel="0%" decel="0%" fill="hold"/>
                                        <p:tgtEl>
                                          <p:spTgt spid="2"/>
                                        </p:tgtEl>
                                        <p:attrNameLst>
                                          <p:attrName>ppt_h</p:attrName>
                                        </p:attrNameLst>
                                      </p:cBhvr>
                                      <p:tavLst>
                                        <p:tav fmla="" tm="0">
                                          <p:val>
                                            <p:strVal val="4/3*#ppt_h"/>
                                          </p:val>
                                        </p:tav>
                                        <p:tav fmla="" tm="100000">
                                          <p:val>
                                            <p:strVal val="#ppt_h"/>
                                          </p:val>
                                        </p:tav>
                                      </p:tavLst>
                                    </p:anim>
                                    <p:set>
                                      <p:cBhvr>
                                        <p:cTn id="36745" dur="5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a:off x="6695691" y="0"/>
            <a:ext cx="5496310" cy="6858000"/>
            <a:chOff x="6695691" y="0"/>
            <a:chExt cx="5496310" cy="6858000"/>
          </a:xfrm>
        </p:grpSpPr>
        <p:sp>
          <p:nvSpPr>
            <p:cNvPr name="AutoShape 3" id="3"/>
            <p:cNvSpPr/>
            <p:nvPr/>
          </p:nvSpPr>
          <p:spPr>
            <a:xfrm>
              <a:off x="6695691" y="1027252"/>
              <a:ext cx="855240" cy="1728196"/>
            </a:xfrm>
            <a:prstGeom prst="parallelogram">
              <a:avLst>
                <a:gd name="adj" fmla="val 63161"/>
              </a:avLst>
            </a:pr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Freeform 4" id="4"/>
            <p:cNvSpPr/>
            <p:nvPr/>
          </p:nvSpPr>
          <p:spPr>
            <a:xfrm>
              <a:off x="9051780" y="0"/>
              <a:ext cx="3140221" cy="6858000"/>
            </a:xfrm>
            <a:custGeom>
              <a:avLst/>
              <a:gdLst/>
              <a:ahLst/>
              <a:cxnLst/>
              <a:rect r="r" b="b" t="t" l="l"/>
              <a:pathLst>
                <a:path w="3140221" h="6858000" stroke="true" fill="norm" extrusionOk="true">
                  <a:moveTo>
                    <a:pt x="2124956" y="0"/>
                  </a:moveTo>
                  <a:lnTo>
                    <a:pt x="3140221" y="0"/>
                  </a:lnTo>
                  <a:lnTo>
                    <a:pt x="3140221" y="6858000"/>
                  </a:lnTo>
                  <a:lnTo>
                    <a:pt x="0" y="6858000"/>
                  </a:lnTo>
                  <a:close/>
                </a:path>
              </a:pathLst>
            </a:custGeom>
            <a:solidFill>
              <a:srgbClr val="FFFFFF">
                <a:alpha val="10000"/>
                <a:lumMod val="50000"/>
                <a:lumOff val="50000"/>
              </a:srgbClr>
            </a:solidFill>
            <a:ln cap="rnd">
              <a:noFill/>
              <a:prstDash val="solid"/>
            </a:ln>
            <a:effectLst/>
          </p:spPr>
          <p:txBody>
            <a:bodyPr vert="horz" rot="0" anchor="ctr" wrap="square" tIns="45720" lIns="91440" bIns="45720" rIns="91440">
              <a:prstTxWarp prst="textNoShape">
                <a:avLst/>
              </a:prstTxWarp>
              <a:noAutofit/>
            </a:bodyPr>
            <a:p>
              <a:pPr algn="ctr" marL="0"/>
            </a:p>
          </p:txBody>
        </p:sp>
        <p:sp>
          <p:nvSpPr>
            <p:cNvPr name="AutoShape 5" id="5"/>
            <p:cNvSpPr/>
            <p:nvPr/>
          </p:nvSpPr>
          <p:spPr>
            <a:xfrm>
              <a:off x="8624159" y="3727928"/>
              <a:ext cx="855240" cy="1728196"/>
            </a:xfrm>
            <a:prstGeom prst="parallelogram">
              <a:avLst>
                <a:gd name="adj" fmla="val 63161"/>
              </a:avLst>
            </a:prstGeom>
            <a:solidFill>
              <a:schemeClr val="accent3"/>
            </a:solidFill>
            <a:ln cap="rnd">
              <a:noFill/>
              <a:prstDash val="solid"/>
            </a:ln>
            <a:effectLst/>
          </p:spPr>
          <p:txBody>
            <a:bodyPr vert="horz" rot="0" anchor="ctr" wrap="square" tIns="45720" lIns="91440" bIns="45720" rIns="91440">
              <a:prstTxWarp prst="textNoShape">
                <a:avLst/>
              </a:prstTxWarp>
              <a:normAutofit/>
            </a:bodyPr>
            <a:p>
              <a:pPr algn="ctr" marL="0"/>
            </a:p>
          </p:txBody>
        </p:sp>
      </p:grpSp>
      <p:sp>
        <p:nvSpPr>
          <p:cNvPr name="AutoShape 6" id="6"/>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en-US" b="true" i="false" sz="2800" baseline="0" u="none">
                <a:solidFill>
                  <a:srgbClr val="FFFFFF"/>
                </a:solidFill>
                <a:latin typeface="微软雅黑"/>
                <a:ea typeface="微软雅黑"/>
              </a:rPr>
              <a:t>The Path Ahead</a:t>
            </a:r>
          </a:p>
        </p:txBody>
      </p:sp>
      <p:sp>
        <p:nvSpPr>
          <p:cNvPr name="TextBox 7" id="7"/>
          <p:cNvSpPr txBox="true"/>
          <p:nvPr/>
        </p:nvSpPr>
        <p:spPr>
          <a:xfrm>
            <a:off x="709778" y="3342964"/>
            <a:ext cx="2777664" cy="1993238"/>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As organizations begin to embrace automation, the integration of AI agents into workflows will become more common. By leveraging these tools, businesses can streamline operations and enhance overall efficiency.</a:t>
            </a:r>
            <a:endParaRPr lang="en-US" sz="1100"/>
          </a:p>
        </p:txBody>
      </p:sp>
      <p:sp>
        <p:nvSpPr>
          <p:cNvPr name="TextBox 8" id="8"/>
          <p:cNvSpPr txBox="true"/>
          <p:nvPr/>
        </p:nvSpPr>
        <p:spPr>
          <a:xfrm>
            <a:off x="783461" y="1487649"/>
            <a:ext cx="2571659" cy="461665"/>
          </a:xfrm>
          <a:prstGeom prst="rect">
            <a:avLst/>
          </a:prstGeom>
          <a:noFill/>
        </p:spPr>
        <p:txBody>
          <a:bodyPr anchor="t" rtlCol="false" vert="horz" wrap="square" tIns="45720" lIns="91440" bIns="45720" rIns="91440">
            <a:spAutoFit/>
          </a:bodyPr>
          <a:lstStyle/>
          <a:p>
            <a:pPr algn="l" marL="0">
              <a:defRPr/>
            </a:pPr>
            <a:r>
              <a:rPr lang="en-US" b="true" i="false" sz="2400" baseline="0" u="none">
                <a:solidFill>
                  <a:schemeClr val="accent1"/>
                </a:solidFill>
                <a:latin typeface="Arial"/>
                <a:ea typeface="Arial"/>
              </a:rPr>
              <a:t>01 </a:t>
            </a:r>
            <a:endParaRPr lang="en-US" sz="1100"/>
          </a:p>
        </p:txBody>
      </p:sp>
      <p:sp>
        <p:nvSpPr>
          <p:cNvPr name="TextBox 9" id="9"/>
          <p:cNvSpPr txBox="true"/>
          <p:nvPr/>
        </p:nvSpPr>
        <p:spPr>
          <a:xfrm>
            <a:off x="4693789" y="3345807"/>
            <a:ext cx="2777664" cy="1993238"/>
          </a:xfrm>
          <a:prstGeom prst="rect">
            <a:avLst/>
          </a:prstGeom>
          <a:noFill/>
        </p:spPr>
        <p:txBody>
          <a:bodyPr anchor="t" rtlCol="false" vert="horz" wrap="square" tIns="45720" lIns="91440" bIns="45720" rIns="91440">
            <a:spAutoFit/>
          </a:bodyPr>
          <a:lstStyle/>
          <a:p>
            <a:pPr algn="l" marL="0">
              <a:lnSpc>
                <a:spcPct val="150000"/>
              </a:lnSpc>
              <a:defRPr/>
            </a:pPr>
            <a:r>
              <a:rPr lang="en-US" b="false" i="false" sz="1400" baseline="0" u="none">
                <a:solidFill>
                  <a:srgbClr val="FFFFFF"/>
                </a:solidFill>
                <a:latin typeface="+mn-ea"/>
                <a:ea typeface="+mn-ea"/>
              </a:rPr>
              <a:t>Rapid advancements in AI technology promise to introduce innovative features and capabilities that will significantly improve how we interact with digital tools, influencing various sectors and transforming the work landscape.</a:t>
            </a:r>
            <a:endParaRPr lang="en-US" sz="1100"/>
          </a:p>
        </p:txBody>
      </p:sp>
      <p:sp>
        <p:nvSpPr>
          <p:cNvPr name="TextBox 10" id="10"/>
          <p:cNvSpPr txBox="true"/>
          <p:nvPr/>
        </p:nvSpPr>
        <p:spPr>
          <a:xfrm>
            <a:off x="4767472" y="1490492"/>
            <a:ext cx="2571659" cy="461665"/>
          </a:xfrm>
          <a:prstGeom prst="rect">
            <a:avLst/>
          </a:prstGeom>
          <a:noFill/>
        </p:spPr>
        <p:txBody>
          <a:bodyPr anchor="t" rtlCol="false" vert="horz" wrap="square" tIns="45720" lIns="91440" bIns="45720" rIns="91440">
            <a:spAutoFit/>
          </a:bodyPr>
          <a:lstStyle/>
          <a:p>
            <a:pPr algn="l" marL="0">
              <a:defRPr/>
            </a:pPr>
            <a:r>
              <a:rPr lang="en-US" b="true" i="false" sz="2400" baseline="0" u="none">
                <a:solidFill>
                  <a:schemeClr val="accent2"/>
                </a:solidFill>
                <a:latin typeface="Arial"/>
                <a:ea typeface="Arial"/>
              </a:rPr>
              <a:t>02</a:t>
            </a:r>
            <a:r>
              <a:rPr lang="en-US" b="true" i="false" sz="2400" baseline="0" u="none">
                <a:solidFill>
                  <a:srgbClr val="FFFFFF"/>
                </a:solidFill>
                <a:latin typeface="Arial"/>
                <a:ea typeface="Arial"/>
              </a:rPr>
              <a:t> </a:t>
            </a:r>
            <a:endParaRPr lang="en-US" sz="1100"/>
          </a:p>
        </p:txBody>
      </p:sp>
      <p:sp>
        <p:nvSpPr>
          <p:cNvPr name="TextBox 11" id="11"/>
          <p:cNvSpPr txBox="true"/>
          <p:nvPr/>
        </p:nvSpPr>
        <p:spPr>
          <a:xfrm>
            <a:off x="783461" y="2321552"/>
            <a:ext cx="2571659"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Embracing Automation</a:t>
            </a:r>
            <a:endParaRPr lang="en-US" sz="1100"/>
          </a:p>
        </p:txBody>
      </p:sp>
      <p:sp>
        <p:nvSpPr>
          <p:cNvPr name="TextBox 12" id="12"/>
          <p:cNvSpPr txBox="true"/>
          <p:nvPr/>
        </p:nvSpPr>
        <p:spPr>
          <a:xfrm>
            <a:off x="4767472" y="2324395"/>
            <a:ext cx="2571659"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Innovations on the Horizon</a:t>
            </a:r>
            <a:endParaRPr lang="en-US" sz="1100"/>
          </a:p>
        </p:txBody>
      </p:sp>
      <p:sp>
        <p:nvSpPr>
          <p:cNvPr name="AutoShape 13" id="13"/>
          <p:cNvSpPr/>
          <p:nvPr/>
        </p:nvSpPr>
        <p:spPr>
          <a:xfrm>
            <a:off x="3614071" y="3475485"/>
            <a:ext cx="855240" cy="1728196"/>
          </a:xfrm>
          <a:prstGeom prst="parallelogram">
            <a:avLst>
              <a:gd name="adj" fmla="val 63161"/>
            </a:avLst>
          </a:prstGeom>
          <a:solidFill>
            <a:schemeClr val="accent3"/>
          </a:solidFill>
          <a:ln cap="rnd">
            <a:noFill/>
            <a:prstDash val="solid"/>
          </a:ln>
          <a:effectLst/>
        </p:spPr>
        <p:txBody>
          <a:bodyPr vert="horz" rot="0" anchor="ctr" wrap="square" tIns="45720" lIns="91440" bIns="45720" rIns="91440">
            <a:prstTxWarp prst="textNoShape">
              <a:avLst/>
            </a:prstTxWarp>
            <a:normAutofit/>
          </a:bodyPr>
          <a:p>
            <a:pPr algn="ctr" marL="0"/>
          </a:p>
        </p:txBody>
      </p:sp>
    </p:spTree>
  </p:cSld>
  <p:clrMapOvr>
    <a:masterClrMapping/>
  </p:clrMapOvr>
  <p:transition spd="slow">
    <p:dissolve/>
  </p:transition>
  <p:timing>
    <p:tnLst>
      <p:par>
        <p:cTn id="38953" dur="indefinite" repeatCount="1000" spd="100%" accel="0%" decel="0%" restart="never" nodeType="tmRoot">
          <p:childTnLst>
            <p:seq concurrent="true" nextAc="seek">
              <p:cTn id="38954" dur="indefinite" repeatCount="1000" spd="100%" accel="0%" decel="0%" nodeType="mainSeq">
                <p:childTnLst>
                  <p:par>
                    <p:cTn id="38955" repeatCount="1000" spd="100%" accel="0%" decel="0%" fill="hold">
                      <p:stCondLst>
                        <p:cond delay="indefinite"/>
                        <p:cond evt="onBegin" delay="0">
                          <p:tn val="38954"/>
                        </p:cond>
                      </p:stCondLst>
                      <p:childTnLst>
                        <p:par>
                          <p:cTn id="38956" repeatCount="1000" spd="100%" decel="0%" fill="hold">
                            <p:stCondLst>
                              <p:cond delay="0"/>
                            </p:stCondLst>
                            <p:childTnLst>
                              <p:par>
                                <p:cTn id="38957" presetID="23" presetClass="entr" presetSubtype="528" repeatCount="1000" spd="100%" decel="0%" fill="hold" nodeType="afterEffect">
                                  <p:stCondLst>
                                    <p:cond delay="0"/>
                                  </p:stCondLst>
                                  <p:childTnLst>
                                    <p:anim calcmode="lin" valueType="num">
                                      <p:cBhvr>
                                        <p:cTn id="38958" dur="500" repeatCount="1000" spd="100%" accel="0%" decel="0%" fill="hold"/>
                                        <p:tgtEl>
                                          <p:spTgt spid="6"/>
                                        </p:tgtEl>
                                        <p:attrNameLst>
                                          <p:attrName>ppt_w</p:attrName>
                                        </p:attrNameLst>
                                      </p:cBhvr>
                                      <p:tavLst>
                                        <p:tav fmla="" tm="0">
                                          <p:val>
                                            <p:fltVal val="0.0"/>
                                          </p:val>
                                        </p:tav>
                                        <p:tav fmla="" tm="100000">
                                          <p:val>
                                            <p:strVal val="#ppt_w"/>
                                          </p:val>
                                        </p:tav>
                                      </p:tavLst>
                                    </p:anim>
                                    <p:anim calcmode="lin" valueType="num">
                                      <p:cBhvr>
                                        <p:cTn id="38959" dur="500" repeatCount="1000" spd="100%" accel="0%" decel="0%" fill="hold"/>
                                        <p:tgtEl>
                                          <p:spTgt spid="6"/>
                                        </p:tgtEl>
                                        <p:attrNameLst>
                                          <p:attrName>ppt_h</p:attrName>
                                        </p:attrNameLst>
                                      </p:cBhvr>
                                      <p:tavLst>
                                        <p:tav fmla="" tm="0">
                                          <p:val>
                                            <p:fltVal val="0.0"/>
                                          </p:val>
                                        </p:tav>
                                        <p:tav fmla="" tm="100000">
                                          <p:val>
                                            <p:strVal val="#ppt_h"/>
                                          </p:val>
                                        </p:tav>
                                      </p:tavLst>
                                    </p:anim>
                                    <p:anim calcmode="lin" valueType="num">
                                      <p:cBhvr>
                                        <p:cTn id="38960" dur="500" repeatCount="1000" spd="100%" accel="0%" decel="0%" fill="hold"/>
                                        <p:tgtEl>
                                          <p:spTgt spid="6"/>
                                        </p:tgtEl>
                                        <p:attrNameLst>
                                          <p:attrName>ppt_x</p:attrName>
                                        </p:attrNameLst>
                                      </p:cBhvr>
                                      <p:tavLst>
                                        <p:tav fmla="" tm="0">
                                          <p:val>
                                            <p:fltVal val="0.5"/>
                                          </p:val>
                                        </p:tav>
                                        <p:tav fmla="" tm="100000">
                                          <p:val>
                                            <p:strVal val="#ppt_x"/>
                                          </p:val>
                                        </p:tav>
                                      </p:tavLst>
                                    </p:anim>
                                    <p:anim calcmode="lin" valueType="num">
                                      <p:cBhvr>
                                        <p:cTn id="38961" dur="500" repeatCount="1000" spd="100%" accel="0%" decel="0%" fill="hold"/>
                                        <p:tgtEl>
                                          <p:spTgt spid="6"/>
                                        </p:tgtEl>
                                        <p:attrNameLst>
                                          <p:attrName>ppt_y</p:attrName>
                                        </p:attrNameLst>
                                      </p:cBhvr>
                                      <p:tavLst>
                                        <p:tav fmla="" tm="0">
                                          <p:val>
                                            <p:fltVal val="0.5"/>
                                          </p:val>
                                        </p:tav>
                                        <p:tav fmla="" tm="100000">
                                          <p:val>
                                            <p:strVal val="#ppt_y"/>
                                          </p:val>
                                        </p:tav>
                                      </p:tavLst>
                                    </p:anim>
                                    <p:set>
                                      <p:cBhvr>
                                        <p:cTn id="38962" dur="500" repeatCount="1000" spd="100%" accel="0%" decel="0%" fill="hold">
                                          <p:stCondLst>
                                            <p:cond delay="0"/>
                                          </p:stCondLst>
                                        </p:cTn>
                                        <p:tgtEl>
                                          <p:spTgt spid="6"/>
                                        </p:tgtEl>
                                        <p:attrNameLst>
                                          <p:attrName>style.visibility</p:attrName>
                                        </p:attrNameLst>
                                      </p:cBhvr>
                                      <p:to>
                                        <p:strVal val="visible"/>
                                      </p:to>
                                    </p:set>
                                  </p:childTnLst>
                                </p:cTn>
                              </p:par>
                            </p:childTnLst>
                          </p:cTn>
                        </p:par>
                        <p:par>
                          <p:cTn id="38963" repeatCount="1000" spd="100%" decel="0%" fill="hold">
                            <p:stCondLst>
                              <p:cond delay="0"/>
                            </p:stCondLst>
                            <p:childTnLst>
                              <p:par>
                                <p:cTn id="38964" presetID="1" presetClass="entr" presetSubtype="0" repeatCount="1000" spd="100%" decel="0%" fill="hold" nodeType="afterEffect">
                                  <p:stCondLst>
                                    <p:cond delay="0"/>
                                  </p:stCondLst>
                                  <p:childTnLst>
                                    <p:set>
                                      <p:cBhvr>
                                        <p:cTn id="38965" dur="1" repeatCount="1000" spd="100%" accel="0%" decel="0%" fill="hold">
                                          <p:stCondLst>
                                            <p:cond delay="0"/>
                                          </p:stCondLst>
                                        </p:cTn>
                                        <p:tgtEl>
                                          <p:spTgt spid="8"/>
                                        </p:tgtEl>
                                        <p:attrNameLst>
                                          <p:attrName>style.visibility</p:attrName>
                                        </p:attrNameLst>
                                      </p:cBhvr>
                                      <p:to>
                                        <p:strVal val="visible"/>
                                      </p:to>
                                    </p:set>
                                  </p:childTnLst>
                                </p:cTn>
                              </p:par>
                            </p:childTnLst>
                          </p:cTn>
                        </p:par>
                        <p:par>
                          <p:cTn id="38966" repeatCount="1000" spd="100%" decel="0%" fill="hold">
                            <p:stCondLst>
                              <p:cond delay="0"/>
                            </p:stCondLst>
                            <p:childTnLst>
                              <p:par>
                                <p:cTn id="38967" presetID="7" presetClass="entr" presetSubtype="4" repeatCount="1000" spd="100%" decel="0%" fill="hold" nodeType="afterEffect">
                                  <p:stCondLst>
                                    <p:cond delay="0"/>
                                  </p:stCondLst>
                                  <p:childTnLst>
                                    <p:anim calcmode="lin" valueType="num">
                                      <p:cBhvr additive="base">
                                        <p:cTn id="38968" dur="2000" repeatCount="1000" spd="100%" accel="0%" decel="0%" fill="hold"/>
                                        <p:tgtEl>
                                          <p:spTgt spid="11"/>
                                        </p:tgtEl>
                                        <p:attrNameLst>
                                          <p:attrName>ppt_x</p:attrName>
                                        </p:attrNameLst>
                                      </p:cBhvr>
                                      <p:tavLst>
                                        <p:tav fmla="" tm="0">
                                          <p:val>
                                            <p:strVal val="#ppt_x"/>
                                          </p:val>
                                        </p:tav>
                                        <p:tav fmla="" tm="100000">
                                          <p:val>
                                            <p:strVal val="#ppt_x"/>
                                          </p:val>
                                        </p:tav>
                                      </p:tavLst>
                                    </p:anim>
                                    <p:anim calcmode="lin" valueType="num">
                                      <p:cBhvr additive="base">
                                        <p:cTn id="38969" dur="2000" repeatCount="1000" spd="100%" accel="0%" decel="0%" fill="hold"/>
                                        <p:tgtEl>
                                          <p:spTgt spid="11"/>
                                        </p:tgtEl>
                                        <p:attrNameLst>
                                          <p:attrName>ppt_y</p:attrName>
                                        </p:attrNameLst>
                                      </p:cBhvr>
                                      <p:tavLst>
                                        <p:tav fmla="" tm="0">
                                          <p:val>
                                            <p:strVal val="1+#ppt_h/2"/>
                                          </p:val>
                                        </p:tav>
                                        <p:tav fmla="" tm="100000">
                                          <p:val>
                                            <p:strVal val="#ppt_y"/>
                                          </p:val>
                                        </p:tav>
                                      </p:tavLst>
                                    </p:anim>
                                    <p:set>
                                      <p:cBhvr>
                                        <p:cTn id="38970" dur="2000" repeatCount="1000" spd="100%" accel="0%" decel="0%" fill="hold">
                                          <p:stCondLst>
                                            <p:cond delay="0"/>
                                          </p:stCondLst>
                                        </p:cTn>
                                        <p:tgtEl>
                                          <p:spTgt spid="11"/>
                                        </p:tgtEl>
                                        <p:attrNameLst>
                                          <p:attrName>style.visibility</p:attrName>
                                        </p:attrNameLst>
                                      </p:cBhvr>
                                      <p:to>
                                        <p:strVal val="visible"/>
                                      </p:to>
                                    </p:set>
                                  </p:childTnLst>
                                </p:cTn>
                              </p:par>
                            </p:childTnLst>
                          </p:cTn>
                        </p:par>
                        <p:par>
                          <p:cTn id="38971" repeatCount="1000" spd="100%" decel="0%" fill="hold">
                            <p:stCondLst>
                              <p:cond delay="0"/>
                            </p:stCondLst>
                            <p:childTnLst>
                              <p:par>
                                <p:cTn id="38972" presetID="27" presetClass="entr" presetSubtype="0" repeatCount="1000" spd="100%" decel="0%" fill="hold" grpId="0" nodeType="afterEffect">
                                  <p:stCondLst>
                                    <p:cond delay="0"/>
                                  </p:stCondLst>
                                  <p:iterate type="lt">
                                    <p:tmPct val="50000"/>
                                  </p:iterate>
                                  <p:childTnLst>
                                    <p:anim calcmode="discrete" valueType="clr">
                                      <p:cBhvr override="childStyle">
                                        <p:cTn id="38973" dur="50" repeatCount="1000" spd="100%" accel="0%" decel="0%"/>
                                        <p:tgtEl>
                                          <p:spTgt spid="7"/>
                                        </p:tgtEl>
                                        <p:attrNameLst>
                                          <p:attrName>style.color</p:attrName>
                                        </p:attrNameLst>
                                      </p:cBhvr>
                                      <p:tavLst>
                                        <p:tav fmla="" tm="0">
                                          <p:val>
                                            <p:clrVal>
                                              <a:schemeClr val="accent2"/>
                                            </p:clrVal>
                                          </p:val>
                                        </p:tav>
                                        <p:tav fmla="" tm="50000">
                                          <p:val>
                                            <p:clrVal>
                                              <a:schemeClr val="hlink"/>
                                            </p:clrVal>
                                          </p:val>
                                        </p:tav>
                                      </p:tavLst>
                                    </p:anim>
                                    <p:anim calcmode="discrete" valueType="clr">
                                      <p:cBhvr>
                                        <p:cTn id="38974" dur="50" repeatCount="1000" spd="100%" accel="0%" decel="0%"/>
                                        <p:tgtEl>
                                          <p:spTgt spid="7"/>
                                        </p:tgtEl>
                                        <p:attrNameLst>
                                          <p:attrName>fillcolor</p:attrName>
                                        </p:attrNameLst>
                                      </p:cBhvr>
                                      <p:tavLst>
                                        <p:tav fmla="" tm="0">
                                          <p:val>
                                            <p:clrVal>
                                              <a:schemeClr val="accent2"/>
                                            </p:clrVal>
                                          </p:val>
                                        </p:tav>
                                        <p:tav fmla="" tm="50000">
                                          <p:val>
                                            <p:clrVal>
                                              <a:schemeClr val="hlink"/>
                                            </p:clrVal>
                                          </p:val>
                                        </p:tav>
                                      </p:tavLst>
                                    </p:anim>
                                    <p:set>
                                      <p:cBhvr>
                                        <p:cTn id="38975" dur="1" repeatCount="1000" spd="100%" accel="0%" decel="0%" fill="hold">
                                          <p:stCondLst>
                                            <p:cond delay="0"/>
                                          </p:stCondLst>
                                        </p:cTn>
                                        <p:tgtEl>
                                          <p:spTgt spid="7"/>
                                        </p:tgtEl>
                                        <p:attrNameLst>
                                          <p:attrName>style.visibility</p:attrName>
                                        </p:attrNameLst>
                                      </p:cBhvr>
                                      <p:to>
                                        <p:strVal val="visible"/>
                                      </p:to>
                                    </p:set>
                                    <p:set>
                                      <p:cBhvr>
                                        <p:cTn id="38976" dur="50" repeatCount="1000" spd="100%" accel="0%" decel="0%"/>
                                        <p:tgtEl>
                                          <p:spTgt spid="7"/>
                                        </p:tgtEl>
                                        <p:attrNameLst>
                                          <p:attrName>fill.type</p:attrName>
                                        </p:attrNameLst>
                                      </p:cBhvr>
                                      <p:to>
                                        <p:strVal val="solid"/>
                                      </p:to>
                                    </p:set>
                                  </p:childTnLst>
                                </p:cTn>
                              </p:par>
                            </p:childTnLst>
                          </p:cTn>
                        </p:par>
                        <p:par>
                          <p:cTn id="38977" repeatCount="1000" spd="100%" decel="0%" fill="hold">
                            <p:stCondLst>
                              <p:cond delay="0"/>
                            </p:stCondLst>
                            <p:childTnLst>
                              <p:par>
                                <p:cTn id="38978" presetID="1" presetClass="entr" presetSubtype="0" repeatCount="1000" spd="100%" decel="0%" fill="hold" nodeType="afterEffect">
                                  <p:stCondLst>
                                    <p:cond delay="0"/>
                                  </p:stCondLst>
                                  <p:childTnLst>
                                    <p:set>
                                      <p:cBhvr>
                                        <p:cTn id="38979" dur="1" repeatCount="1000" spd="100%" accel="0%" decel="0%" fill="hold">
                                          <p:stCondLst>
                                            <p:cond delay="0"/>
                                          </p:stCondLst>
                                        </p:cTn>
                                        <p:tgtEl>
                                          <p:spTgt spid="10"/>
                                        </p:tgtEl>
                                        <p:attrNameLst>
                                          <p:attrName>style.visibility</p:attrName>
                                        </p:attrNameLst>
                                      </p:cBhvr>
                                      <p:to>
                                        <p:strVal val="visible"/>
                                      </p:to>
                                    </p:set>
                                  </p:childTnLst>
                                </p:cTn>
                              </p:par>
                            </p:childTnLst>
                          </p:cTn>
                        </p:par>
                        <p:par>
                          <p:cTn id="38980" repeatCount="1000" spd="100%" decel="0%" fill="hold">
                            <p:stCondLst>
                              <p:cond delay="0"/>
                            </p:stCondLst>
                            <p:childTnLst>
                              <p:par>
                                <p:cTn id="38981" presetID="49" presetClass="entr" presetSubtype="0" repeatCount="1000" spd="100%" decel="0%" fill="hold" nodeType="afterEffect">
                                  <p:stCondLst>
                                    <p:cond delay="0"/>
                                  </p:stCondLst>
                                  <p:childTnLst>
                                    <p:anim calcmode="lin" valueType="num">
                                      <p:cBhvr>
                                        <p:cTn id="38983" dur="1000" repeatCount="1000" spd="100%" accel="0%" decel="0%" fill="hold"/>
                                        <p:tgtEl>
                                          <p:spTgt spid="12"/>
                                        </p:tgtEl>
                                        <p:attrNameLst>
                                          <p:attrName>ppt_w</p:attrName>
                                        </p:attrNameLst>
                                      </p:cBhvr>
                                      <p:tavLst>
                                        <p:tav fmla="" tm="0">
                                          <p:val>
                                            <p:fltVal val="0.0"/>
                                          </p:val>
                                        </p:tav>
                                        <p:tav fmla="" tm="100000">
                                          <p:val>
                                            <p:strVal val="#ppt_w"/>
                                          </p:val>
                                        </p:tav>
                                      </p:tavLst>
                                    </p:anim>
                                    <p:anim calcmode="lin" valueType="num">
                                      <p:cBhvr>
                                        <p:cTn id="38984" dur="1000" repeatCount="1000" spd="100%" accel="0%" decel="0%" fill="hold"/>
                                        <p:tgtEl>
                                          <p:spTgt spid="12"/>
                                        </p:tgtEl>
                                        <p:attrNameLst>
                                          <p:attrName>ppt_h</p:attrName>
                                        </p:attrNameLst>
                                      </p:cBhvr>
                                      <p:tavLst>
                                        <p:tav fmla="" tm="0">
                                          <p:val>
                                            <p:fltVal val="0.0"/>
                                          </p:val>
                                        </p:tav>
                                        <p:tav fmla="" tm="100000">
                                          <p:val>
                                            <p:strVal val="#ppt_h"/>
                                          </p:val>
                                        </p:tav>
                                      </p:tavLst>
                                    </p:anim>
                                    <p:anim calcmode="lin" valueType="num">
                                      <p:cBhvr>
                                        <p:cTn id="38985" dur="1000" repeatCount="1000" spd="100%" accel="0%" decel="0%" fill="hold"/>
                                        <p:tgtEl>
                                          <p:spTgt spid="12"/>
                                        </p:tgtEl>
                                        <p:attrNameLst>
                                          <p:attrName>style.rotation</p:attrName>
                                        </p:attrNameLst>
                                      </p:cBhvr>
                                      <p:tavLst>
                                        <p:tav fmla="" tm="0">
                                          <p:val>
                                            <p:fltVal val="360.0"/>
                                          </p:val>
                                        </p:tav>
                                        <p:tav fmla="" tm="100000">
                                          <p:val>
                                            <p:fltVal val="0.0"/>
                                          </p:val>
                                        </p:tav>
                                      </p:tavLst>
                                    </p:anim>
                                    <p:animEffect filter="fade" transition="in">
                                      <p:cBhvr>
                                        <p:cTn id="38982" dur="1000" repeatCount="1000" spd="100%" accel="0%" decel="0%"/>
                                        <p:tgtEl>
                                          <p:spTgt spid="12"/>
                                        </p:tgtEl>
                                      </p:cBhvr>
                                    </p:animEffect>
                                    <p:set>
                                      <p:cBhvr>
                                        <p:cTn id="38986" dur="1000" repeatCount="1000" spd="100%" accel="0%" decel="0%" fill="hold">
                                          <p:stCondLst>
                                            <p:cond delay="0"/>
                                          </p:stCondLst>
                                        </p:cTn>
                                        <p:tgtEl>
                                          <p:spTgt spid="12"/>
                                        </p:tgtEl>
                                        <p:attrNameLst>
                                          <p:attrName>style.visibility</p:attrName>
                                        </p:attrNameLst>
                                      </p:cBhvr>
                                      <p:to>
                                        <p:strVal val="visible"/>
                                      </p:to>
                                    </p:set>
                                  </p:childTnLst>
                                </p:cTn>
                              </p:par>
                            </p:childTnLst>
                          </p:cTn>
                        </p:par>
                        <p:par>
                          <p:cTn id="38987" repeatCount="1000" spd="100%" decel="0%" fill="hold">
                            <p:stCondLst>
                              <p:cond delay="0"/>
                            </p:stCondLst>
                            <p:childTnLst>
                              <p:par>
                                <p:cTn id="38988" presetID="38" presetClass="entr" presetSubtype="0" repeatCount="1000" spd="100%" decel="0%" fill="hold" grpId="0" nodeType="afterEffect">
                                  <p:stCondLst>
                                    <p:cond delay="0"/>
                                  </p:stCondLst>
                                  <p:iterate type="lt">
                                    <p:tmPct val="30000"/>
                                  </p:iterate>
                                  <p:childTnLst>
                                    <p:anim calcmode="lin" valueType="num">
                                      <p:cBhvr>
                                        <p:cTn id="38989" dur="455" repeatCount="1000" spd="100%" accel="0%" decel="0%" fill="hold">
                                          <p:stCondLst>
                                            <p:cond delay="455"/>
                                          </p:stCondLst>
                                        </p:cTn>
                                        <p:tgtEl>
                                          <p:spTgt spid="9"/>
                                        </p:tgtEl>
                                        <p:attrNameLst>
                                          <p:attrName>style.rotation</p:attrName>
                                        </p:attrNameLst>
                                      </p:cBhvr>
                                      <p:tavLst>
                                        <p:tav fmla="" tm="0">
                                          <p:val>
                                            <p:fltVal val="-45.0"/>
                                          </p:val>
                                        </p:tav>
                                        <p:tav fmla="" tm="69900">
                                          <p:val>
                                            <p:fltVal val="45.0"/>
                                          </p:val>
                                        </p:tav>
                                        <p:tav fmla="" tm="100000">
                                          <p:val>
                                            <p:fltVal val="0.0"/>
                                          </p:val>
                                        </p:tav>
                                      </p:tavLst>
                                    </p:anim>
                                    <p:anim calcmode="lin" valueType="num">
                                      <p:cBhvr>
                                        <p:cTn id="38990" dur="455" repeatCount="1000" spd="100%" accel="0%" decel="0%" fill="hold">
                                          <p:stCondLst>
                                            <p:cond delay="0"/>
                                          </p:stCondLst>
                                        </p:cTn>
                                        <p:tgtEl>
                                          <p:spTgt spid="9"/>
                                        </p:tgtEl>
                                        <p:attrNameLst>
                                          <p:attrName>ppt_y</p:attrName>
                                        </p:attrNameLst>
                                      </p:cBhvr>
                                      <p:tavLst>
                                        <p:tav fmla="" tm="0">
                                          <p:val>
                                            <p:strVal val="#ppt_y-1"/>
                                          </p:val>
                                        </p:tav>
                                        <p:tav fmla="" tm="100000">
                                          <p:val>
                                            <p:strVal val="#ppt_y-(0.354*#ppt_w-0.172*#ppt_h)"/>
                                          </p:val>
                                        </p:tav>
                                      </p:tavLst>
                                    </p:anim>
                                    <p:anim calcmode="lin" valueType="num">
                                      <p:cBhvr>
                                        <p:cTn id="38991" dur="156" repeatCount="1000" spd="100%" accel="0%" decel="50000" autoRev="true" fill="hold">
                                          <p:stCondLst>
                                            <p:cond delay="455"/>
                                          </p:stCondLst>
                                        </p:cTn>
                                        <p:tgtEl>
                                          <p:spTgt spid="9"/>
                                        </p:tgtEl>
                                        <p:attrNameLst>
                                          <p:attrName>ppt_y</p:attrName>
                                        </p:attrNameLst>
                                      </p:cBhvr>
                                      <p:tavLst>
                                        <p:tav fmla="" tm="0">
                                          <p:val>
                                            <p:strVal val="#ppt_y-(0.354*#ppt_w-0.172*#ppt_h)"/>
                                          </p:val>
                                        </p:tav>
                                        <p:tav fmla="" tm="100000">
                                          <p:val>
                                            <p:strVal val="#ppt_y-(0.354*#ppt_w-0.172*#ppt_h)-#ppt_h/2"/>
                                          </p:val>
                                        </p:tav>
                                      </p:tavLst>
                                    </p:anim>
                                    <p:anim calcmode="lin" valueType="num">
                                      <p:cBhvr>
                                        <p:cTn id="38992" dur="136" repeatCount="1000" spd="100%" accel="0%" decel="0%" fill="hold">
                                          <p:stCondLst>
                                            <p:cond delay="864"/>
                                          </p:stCondLst>
                                        </p:cTn>
                                        <p:tgtEl>
                                          <p:spTgt spid="9"/>
                                        </p:tgtEl>
                                        <p:attrNameLst>
                                          <p:attrName>ppt_y</p:attrName>
                                        </p:attrNameLst>
                                      </p:cBhvr>
                                      <p:tavLst>
                                        <p:tav fmla="" tm="0">
                                          <p:val>
                                            <p:strVal val="#ppt_y-(0.354*#ppt_w-0.172*#ppt_h)"/>
                                          </p:val>
                                        </p:tav>
                                        <p:tav fmla="" tm="100000">
                                          <p:val>
                                            <p:strVal val="#ppt_y"/>
                                          </p:val>
                                        </p:tav>
                                      </p:tavLst>
                                    </p:anim>
                                    <p:set>
                                      <p:cBhvr>
                                        <p:cTn id="38993" dur="1" repeatCount="1000" spd="100%" accel="0%" decel="0%" fill="hold">
                                          <p:stCondLst>
                                            <p:cond delay="0"/>
                                          </p:stCondLst>
                                        </p:cTn>
                                        <p:tgtEl>
                                          <p:spTgt spid="9"/>
                                        </p:tgtEl>
                                        <p:attrNameLst>
                                          <p:attrName>style.visibility</p:attrName>
                                        </p:attrNameLst>
                                      </p:cBhvr>
                                      <p:to>
                                        <p:strVal val="visible"/>
                                      </p:to>
                                    </p:set>
                                    <p:set>
                                      <p:cBhvr>
                                        <p:cTn id="38994" dur="455" repeatCount="1000" spd="100%" accel="0%" decel="0%" fill="hold">
                                          <p:stCondLst>
                                            <p:cond delay="0"/>
                                          </p:stCondLst>
                                        </p:cTn>
                                        <p:tgtEl>
                                          <p:spTgt spid="9"/>
                                        </p:tgtEl>
                                        <p:attrNameLst>
                                          <p:attrName>style.rotation</p:attrName>
                                        </p:attrNameLst>
                                      </p:cBhvr>
                                      <p:to>
                                        <p:strVal val="-45.0"/>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grpId="0" spid="7"/>
      <p:bldP grpId="0" spid="9"/>
    </p:bldLst>
  </p:timing>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ph type="title"/>
          </p:nvPr>
        </p:nvSpPr>
        <p:spPr>
          <a:xfrm>
            <a:off x="660402" y="0"/>
            <a:ext cx="10858500" cy="1028700"/>
          </a:xfrm>
        </p:spPr>
        <p:txBody>
          <a:bodyPr vert="horz" anchor="b" tIns="45720" lIns="91440" bIns="45720" rIns="91440">
            <a:normAutofit/>
          </a:bodyPr>
          <a:p>
            <a:pPr algn="l">
              <a:lnSpc>
                <a:spcPct val="90000"/>
              </a:lnSpc>
              <a:spcBef>
                <a:spcPct val="0"/>
              </a:spcBef>
            </a:pPr>
            <a:r>
              <a:rPr lang="zh-CN" b="true" i="false" sz="2800" baseline="0" u="none" altLang="en-US">
                <a:solidFill>
                  <a:srgbClr val="FFFFFF"/>
                </a:solidFill>
                <a:latin typeface="微软雅黑"/>
                <a:ea typeface="微软雅黑"/>
              </a:rPr>
              <a:t>Final Thoughts</a:t>
            </a:r>
          </a:p>
        </p:txBody>
      </p:sp>
      <p:grpSp>
        <p:nvGrpSpPr>
          <p:cNvPr name="Group 3" id="3"/>
          <p:cNvGrpSpPr/>
          <p:nvPr/>
        </p:nvGrpSpPr>
        <p:grpSpPr>
          <a:xfrm>
            <a:off x="4785215" y="1915893"/>
            <a:ext cx="136360" cy="3679324"/>
            <a:chOff x="6024645" y="3178676"/>
            <a:chExt cx="136360" cy="3679324"/>
          </a:xfrm>
        </p:grpSpPr>
        <p:cxnSp>
          <p:nvCxnSpPr>
            <p:cNvPr name="Connector 4" id="4"/>
            <p:cNvCxnSpPr/>
            <p:nvPr/>
          </p:nvCxnSpPr>
          <p:spPr>
            <a:xfrm>
              <a:off x="6089650" y="3248526"/>
              <a:ext cx="0" cy="3609474"/>
            </a:xfrm>
            <a:prstGeom prst="line">
              <a:avLst/>
            </a:prstGeom>
            <a:ln w="12700">
              <a:solidFill>
                <a:srgbClr val="FFFFFF">
                  <a:alpha val="20000"/>
                  <a:lumMod val="50000"/>
                  <a:lumOff val="50000"/>
                </a:srgbClr>
              </a:solidFill>
              <a:prstDash val="dash"/>
              <a:tailEnd type="triangle"/>
            </a:ln>
          </p:spPr>
        </p:cxnSp>
        <p:sp>
          <p:nvSpPr>
            <p:cNvPr name="AutoShape 5" id="5"/>
            <p:cNvSpPr/>
            <p:nvPr/>
          </p:nvSpPr>
          <p:spPr>
            <a:xfrm>
              <a:off x="6024645" y="3178676"/>
              <a:ext cx="130010" cy="130010"/>
            </a:xfrm>
            <a:prstGeom prst="ellipse">
              <a:avLst/>
            </a:prstGeom>
            <a:solidFill>
              <a:schemeClr val="accent1"/>
            </a:solidFill>
            <a:ln>
              <a:noFill/>
            </a:ln>
          </p:spPr>
          <p:txBody>
            <a:bodyPr vert="horz" anchor="ctr" tIns="45720" lIns="91440" bIns="45720" rIns="91440">
              <a:normAutofit/>
            </a:bodyPr>
            <a:p>
              <a:pPr algn="ctr" marL="0"/>
            </a:p>
          </p:txBody>
        </p:sp>
        <p:sp>
          <p:nvSpPr>
            <p:cNvPr name="AutoShape 6" id="6"/>
            <p:cNvSpPr/>
            <p:nvPr/>
          </p:nvSpPr>
          <p:spPr>
            <a:xfrm>
              <a:off x="6030995" y="4753648"/>
              <a:ext cx="130010" cy="130010"/>
            </a:xfrm>
            <a:prstGeom prst="ellipse">
              <a:avLst/>
            </a:prstGeom>
            <a:solidFill>
              <a:schemeClr val="accent1"/>
            </a:solidFill>
            <a:ln>
              <a:noFill/>
            </a:ln>
          </p:spPr>
          <p:txBody>
            <a:bodyPr vert="horz" anchor="ctr" tIns="45720" lIns="91440" bIns="45720" rIns="91440">
              <a:normAutofit/>
            </a:bodyPr>
            <a:p>
              <a:pPr algn="ctr" marL="0"/>
            </a:p>
          </p:txBody>
        </p:sp>
      </p:grpSp>
      <p:cxnSp>
        <p:nvCxnSpPr>
          <p:cNvPr name="Connector 7" id="7"/>
          <p:cNvCxnSpPr/>
          <p:nvPr/>
        </p:nvCxnSpPr>
        <p:spPr>
          <a:xfrm>
            <a:off x="5150177" y="3548685"/>
            <a:ext cx="591886" cy="0"/>
          </a:xfrm>
          <a:prstGeom prst="line">
            <a:avLst/>
          </a:prstGeom>
          <a:ln w="12700">
            <a:solidFill>
              <a:srgbClr val="FFFFFF">
                <a:alpha val="20000"/>
                <a:lumMod val="50000"/>
                <a:lumOff val="50000"/>
              </a:srgbClr>
            </a:solidFill>
            <a:prstDash val="dash"/>
            <a:tailEnd type="triangle"/>
          </a:ln>
        </p:spPr>
      </p:cxnSp>
      <p:sp>
        <p:nvSpPr>
          <p:cNvPr name="TextBox 8" id="8"/>
          <p:cNvSpPr txBox="true"/>
          <p:nvPr/>
        </p:nvSpPr>
        <p:spPr>
          <a:xfrm>
            <a:off x="5887949" y="3697372"/>
            <a:ext cx="5179443" cy="1177290"/>
          </a:xfrm>
          <a:prstGeom prst="rect">
            <a:avLst/>
          </a:prstGeom>
        </p:spPr>
        <p:txBody>
          <a:bodyPr anchor="t" rtlCol="false" vert="horz" wrap="square" tIns="45720" lIns="91440" bIns="45720" rIns="91440">
            <a:spAutoFit/>
          </a:bodyPr>
          <a:lstStyle/>
          <a:p>
            <a:pPr algn="l" marL="0">
              <a:lnSpc>
                <a:spcPct val="150000"/>
              </a:lnSpc>
              <a:defRPr/>
            </a:pPr>
            <a:r>
              <a:rPr lang="zh-CN" b="false" i="false" sz="1400" baseline="0" u="none" altLang="en-US">
                <a:ln/>
                <a:solidFill>
                  <a:srgbClr val="FFFFFF"/>
                </a:solidFill>
                <a:effectLst/>
                <a:latin typeface="微软雅黑"/>
                <a:ea typeface="微软雅黑"/>
              </a:rPr>
              <a:t>Adapting to the evolving capabilities of AI agents is essential for maintaining competitiveness. Organizations must remain proactive in exploring new applications and strategies to harness the full potential of these advanced tools.</a:t>
            </a:r>
            <a:endParaRPr lang="en-US" sz="1100"/>
          </a:p>
        </p:txBody>
      </p:sp>
      <p:sp>
        <p:nvSpPr>
          <p:cNvPr name="TextBox 9" id="9"/>
          <p:cNvSpPr txBox="true"/>
          <p:nvPr/>
        </p:nvSpPr>
        <p:spPr>
          <a:xfrm>
            <a:off x="5887949" y="3391077"/>
            <a:ext cx="5179443" cy="338554"/>
          </a:xfrm>
          <a:prstGeom prst="rect">
            <a:avLst/>
          </a:prstGeom>
          <a:noFill/>
          <a:ln>
            <a:noFill/>
          </a:ln>
        </p:spPr>
        <p:txBody>
          <a:bodyPr anchor="ctr"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Adapting to the Future</a:t>
            </a:r>
            <a:endParaRPr lang="en-US" sz="1100"/>
          </a:p>
        </p:txBody>
      </p:sp>
      <p:sp>
        <p:nvSpPr>
          <p:cNvPr name="TextBox 10" id="10"/>
          <p:cNvSpPr txBox="true"/>
          <p:nvPr/>
        </p:nvSpPr>
        <p:spPr>
          <a:xfrm>
            <a:off x="5887949" y="2133958"/>
            <a:ext cx="5179443" cy="1177290"/>
          </a:xfrm>
          <a:prstGeom prst="rect">
            <a:avLst/>
          </a:prstGeom>
        </p:spPr>
        <p:txBody>
          <a:bodyPr anchor="t" rtlCol="false" vert="horz" wrap="square" tIns="45720" lIns="91440" bIns="45720" rIns="91440">
            <a:spAutoFit/>
          </a:bodyPr>
          <a:lstStyle/>
          <a:p>
            <a:pPr algn="l" marL="0">
              <a:lnSpc>
                <a:spcPct val="150000"/>
              </a:lnSpc>
              <a:defRPr/>
            </a:pPr>
            <a:r>
              <a:rPr lang="zh-CN" b="false" i="false" sz="1400" baseline="0" u="none" altLang="en-US">
                <a:ln/>
                <a:solidFill>
                  <a:srgbClr val="FFFFFF"/>
                </a:solidFill>
                <a:effectLst/>
                <a:latin typeface="微软雅黑"/>
                <a:ea typeface="微软雅黑"/>
              </a:rPr>
              <a:t>The responsible use of AI is crucial as organizations adopt these technologies. Ethical considerations and privacy must remain a priority to ensure that AI serves as a beneficial tool for all users.</a:t>
            </a:r>
            <a:endParaRPr lang="en-US" sz="1100"/>
          </a:p>
        </p:txBody>
      </p:sp>
      <p:sp>
        <p:nvSpPr>
          <p:cNvPr name="TextBox 11" id="11"/>
          <p:cNvSpPr txBox="true"/>
          <p:nvPr/>
        </p:nvSpPr>
        <p:spPr>
          <a:xfrm>
            <a:off x="5887949" y="1827663"/>
            <a:ext cx="5179443" cy="338554"/>
          </a:xfrm>
          <a:prstGeom prst="rect">
            <a:avLst/>
          </a:prstGeom>
          <a:noFill/>
          <a:ln>
            <a:noFill/>
          </a:ln>
        </p:spPr>
        <p:txBody>
          <a:bodyPr anchor="ctr" rtlCol="false" vert="horz" wrap="square" tIns="45720" lIns="91440" bIns="45720" rIns="91440">
            <a:spAutoFit/>
          </a:bodyPr>
          <a:lstStyle/>
          <a:p>
            <a:pPr algn="l" marL="0">
              <a:defRPr/>
            </a:pPr>
            <a:r>
              <a:rPr lang="zh-CN" b="true" i="false" sz="1600" baseline="0" u="none" altLang="en-US">
                <a:solidFill>
                  <a:srgbClr val="FFFFFF"/>
                </a:solidFill>
                <a:latin typeface="微软雅黑"/>
                <a:ea typeface="微软雅黑"/>
              </a:rPr>
              <a:t>Harnessing AI Responsibly</a:t>
            </a:r>
            <a:endParaRPr lang="en-US" sz="1100"/>
          </a:p>
        </p:txBody>
      </p:sp>
      <p:cxnSp>
        <p:nvCxnSpPr>
          <p:cNvPr name="Connector 12" id="12"/>
          <p:cNvCxnSpPr/>
          <p:nvPr/>
        </p:nvCxnSpPr>
        <p:spPr>
          <a:xfrm>
            <a:off x="5091037" y="1985743"/>
            <a:ext cx="591886" cy="0"/>
          </a:xfrm>
          <a:prstGeom prst="line">
            <a:avLst/>
          </a:prstGeom>
          <a:ln w="12700">
            <a:solidFill>
              <a:srgbClr val="FFFFFF">
                <a:alpha val="20000"/>
                <a:lumMod val="50000"/>
                <a:lumOff val="50000"/>
              </a:srgbClr>
            </a:solidFill>
            <a:prstDash val="dash"/>
            <a:tailEnd type="triangle"/>
          </a:ln>
        </p:spPr>
      </p:cxnSp>
      <p:sp>
        <p:nvSpPr>
          <p:cNvPr name="AutoShape 13" id="13"/>
          <p:cNvSpPr/>
          <p:nvPr/>
        </p:nvSpPr>
        <p:spPr>
          <a:xfrm>
            <a:off x="1124608" y="1996940"/>
            <a:ext cx="2422970" cy="2422970"/>
          </a:xfrm>
          <a:prstGeom prst="ellipse">
            <a:avLst/>
          </a:prstGeom>
          <a:blipFill>
            <a:blip r:embed="rId2"/>
            <a:stretch>
              <a:fillRect t="0" l="-39421" b="0" r="-39011"/>
            </a:stretch>
          </a:blipFill>
          <a:ln>
            <a:noFill/>
          </a:ln>
          <a:effectLst/>
        </p:spPr>
        <p:txBody>
          <a:bodyPr vert="horz" rot="0" anchor="t" wrap="square" tIns="45720" lIns="91440" bIns="45720" rIns="91440">
            <a:prstTxWarp prst="textNoShape">
              <a:avLst/>
            </a:prstTxWarp>
            <a:noAutofit/>
          </a:bodyPr>
          <a:p>
            <a:pPr algn="ctr" marL="0"/>
          </a:p>
        </p:txBody>
      </p:sp>
    </p:spTree>
  </p:cSld>
  <p:clrMapOvr>
    <a:masterClrMapping/>
  </p:clrMapOvr>
  <p:transition spd="med">
    <p:pull dir="l"/>
  </p:transition>
  <p:timing>
    <p:tnLst>
      <p:par>
        <p:cTn id="40124" dur="indefinite" repeatCount="1000" spd="100%" accel="0%" decel="0%" restart="never" nodeType="tmRoot">
          <p:childTnLst>
            <p:seq concurrent="true" nextAc="seek">
              <p:cTn id="40125" dur="indefinite" repeatCount="1000" spd="100%" accel="0%" decel="0%" nodeType="mainSeq">
                <p:childTnLst>
                  <p:par>
                    <p:cTn id="40126" repeatCount="1000" spd="100%" accel="0%" decel="0%" fill="hold">
                      <p:stCondLst>
                        <p:cond delay="indefinite"/>
                        <p:cond evt="onBegin" delay="0">
                          <p:tn val="40125"/>
                        </p:cond>
                      </p:stCondLst>
                      <p:childTnLst>
                        <p:par>
                          <p:cTn id="40127" repeatCount="1000" spd="100%" decel="0%" fill="hold">
                            <p:stCondLst>
                              <p:cond delay="0"/>
                            </p:stCondLst>
                            <p:childTnLst>
                              <p:par>
                                <p:cTn id="40128" presetID="2" presetClass="entr" presetSubtype="9" repeatCount="1000" spd="100%" decel="0%" fill="hold" nodeType="afterEffect">
                                  <p:stCondLst>
                                    <p:cond delay="0"/>
                                  </p:stCondLst>
                                  <p:childTnLst>
                                    <p:anim calcmode="lin" valueType="num">
                                      <p:cBhvr additive="base">
                                        <p:cTn id="40129" dur="1000" repeatCount="1000" spd="100%" accel="0%" decel="0%" fill="hold"/>
                                        <p:tgtEl>
                                          <p:spTgt spid="2"/>
                                        </p:tgtEl>
                                        <p:attrNameLst>
                                          <p:attrName>ppt_x</p:attrName>
                                        </p:attrNameLst>
                                      </p:cBhvr>
                                      <p:tavLst>
                                        <p:tav fmla="" tm="0">
                                          <p:val>
                                            <p:strVal val="0-#ppt_w/2"/>
                                          </p:val>
                                        </p:tav>
                                        <p:tav fmla="" tm="100000">
                                          <p:val>
                                            <p:strVal val="#ppt_x"/>
                                          </p:val>
                                        </p:tav>
                                      </p:tavLst>
                                    </p:anim>
                                    <p:anim calcmode="lin" valueType="num">
                                      <p:cBhvr additive="base">
                                        <p:cTn id="40130" dur="1000" repeatCount="1000" spd="100%" accel="0%" decel="0%" fill="hold"/>
                                        <p:tgtEl>
                                          <p:spTgt spid="2"/>
                                        </p:tgtEl>
                                        <p:attrNameLst>
                                          <p:attrName>ppt_y</p:attrName>
                                        </p:attrNameLst>
                                      </p:cBhvr>
                                      <p:tavLst>
                                        <p:tav fmla="" tm="0">
                                          <p:val>
                                            <p:strVal val="0-#ppt_h/2"/>
                                          </p:val>
                                        </p:tav>
                                        <p:tav fmla="" tm="100000">
                                          <p:val>
                                            <p:strVal val="#ppt_y"/>
                                          </p:val>
                                        </p:tav>
                                      </p:tavLst>
                                    </p:anim>
                                    <p:set>
                                      <p:cBhvr>
                                        <p:cTn id="40131" dur="1000" repeatCount="1000" spd="100%" accel="0%" decel="0%" fill="hold">
                                          <p:stCondLst>
                                            <p:cond delay="0"/>
                                          </p:stCondLst>
                                        </p:cTn>
                                        <p:tgtEl>
                                          <p:spTgt spid="2"/>
                                        </p:tgtEl>
                                        <p:attrNameLst>
                                          <p:attrName>style.visibility</p:attrName>
                                        </p:attrNameLst>
                                      </p:cBhvr>
                                      <p:to>
                                        <p:strVal val="visible"/>
                                      </p:to>
                                    </p:set>
                                  </p:childTnLst>
                                </p:cTn>
                              </p:par>
                            </p:childTnLst>
                          </p:cTn>
                        </p:par>
                        <p:par>
                          <p:cTn id="40132" repeatCount="1000" spd="100%" decel="0%" fill="hold">
                            <p:stCondLst>
                              <p:cond delay="0"/>
                            </p:stCondLst>
                            <p:childTnLst>
                              <p:par>
                                <p:cTn id="40133" presetID="2" presetClass="entr" presetSubtype="12" repeatCount="1000" spd="100%" decel="0%" fill="hold" nodeType="afterEffect">
                                  <p:stCondLst>
                                    <p:cond delay="0"/>
                                  </p:stCondLst>
                                  <p:childTnLst>
                                    <p:anim calcmode="lin" valueType="num">
                                      <p:cBhvr additive="base">
                                        <p:cTn id="40134" dur="1000" repeatCount="1000" spd="100%" accel="0%" decel="0%" fill="hold"/>
                                        <p:tgtEl>
                                          <p:spTgt spid="11"/>
                                        </p:tgtEl>
                                        <p:attrNameLst>
                                          <p:attrName>ppt_x</p:attrName>
                                        </p:attrNameLst>
                                      </p:cBhvr>
                                      <p:tavLst>
                                        <p:tav fmla="" tm="0">
                                          <p:val>
                                            <p:strVal val="0-#ppt_w/2"/>
                                          </p:val>
                                        </p:tav>
                                        <p:tav fmla="" tm="100000">
                                          <p:val>
                                            <p:strVal val="#ppt_x"/>
                                          </p:val>
                                        </p:tav>
                                      </p:tavLst>
                                    </p:anim>
                                    <p:anim calcmode="lin" valueType="num">
                                      <p:cBhvr additive="base">
                                        <p:cTn id="40135" dur="1000" repeatCount="1000" spd="100%" accel="0%" decel="0%" fill="hold"/>
                                        <p:tgtEl>
                                          <p:spTgt spid="11"/>
                                        </p:tgtEl>
                                        <p:attrNameLst>
                                          <p:attrName>ppt_y</p:attrName>
                                        </p:attrNameLst>
                                      </p:cBhvr>
                                      <p:tavLst>
                                        <p:tav fmla="" tm="0">
                                          <p:val>
                                            <p:strVal val="1+#ppt_h/2"/>
                                          </p:val>
                                        </p:tav>
                                        <p:tav fmla="" tm="100000">
                                          <p:val>
                                            <p:strVal val="#ppt_y"/>
                                          </p:val>
                                        </p:tav>
                                      </p:tavLst>
                                    </p:anim>
                                    <p:set>
                                      <p:cBhvr>
                                        <p:cTn id="40136" dur="1000" repeatCount="1000" spd="100%" accel="0%" decel="0%" fill="hold">
                                          <p:stCondLst>
                                            <p:cond delay="0"/>
                                          </p:stCondLst>
                                        </p:cTn>
                                        <p:tgtEl>
                                          <p:spTgt spid="11"/>
                                        </p:tgtEl>
                                        <p:attrNameLst>
                                          <p:attrName>style.visibility</p:attrName>
                                        </p:attrNameLst>
                                      </p:cBhvr>
                                      <p:to>
                                        <p:strVal val="visible"/>
                                      </p:to>
                                    </p:set>
                                  </p:childTnLst>
                                </p:cTn>
                              </p:par>
                            </p:childTnLst>
                          </p:cTn>
                        </p:par>
                        <p:par>
                          <p:cTn id="40137" repeatCount="1000" spd="100%" decel="0%" fill="hold">
                            <p:stCondLst>
                              <p:cond delay="0"/>
                            </p:stCondLst>
                            <p:childTnLst>
                              <p:par>
                                <p:cTn id="40138" presetID="6" presetClass="entr" presetSubtype="16" repeatCount="1000" spd="100%" decel="0%" fill="hold" nodeType="afterEffect">
                                  <p:stCondLst>
                                    <p:cond delay="0"/>
                                  </p:stCondLst>
                                  <p:childTnLst>
                                    <p:animEffect filter="circle(in)" transition="in">
                                      <p:cBhvr>
                                        <p:cTn id="40139" dur="1000" repeatCount="1000" spd="100%" accel="0%" decel="0%"/>
                                        <p:tgtEl>
                                          <p:spTgt spid="10"/>
                                        </p:tgtEl>
                                      </p:cBhvr>
                                    </p:animEffect>
                                    <p:set>
                                      <p:cBhvr>
                                        <p:cTn id="40140" dur="1000" repeatCount="1000" spd="100%" accel="0%" decel="0%" fill="hold">
                                          <p:stCondLst>
                                            <p:cond delay="0"/>
                                          </p:stCondLst>
                                        </p:cTn>
                                        <p:tgtEl>
                                          <p:spTgt spid="10"/>
                                        </p:tgtEl>
                                        <p:attrNameLst>
                                          <p:attrName>style.visibility</p:attrName>
                                        </p:attrNameLst>
                                      </p:cBhvr>
                                      <p:to>
                                        <p:strVal val="visible"/>
                                      </p:to>
                                    </p:set>
                                  </p:childTnLst>
                                </p:cTn>
                              </p:par>
                            </p:childTnLst>
                          </p:cTn>
                        </p:par>
                        <p:par>
                          <p:cTn id="40141" repeatCount="1000" spd="100%" decel="0%" fill="hold">
                            <p:stCondLst>
                              <p:cond delay="0"/>
                            </p:stCondLst>
                            <p:childTnLst>
                              <p:par>
                                <p:cTn id="40142" presetID="58" presetClass="entr" presetSubtype="0" repeatCount="1000" spd="100%" decel="0%" fill="hold" nodeType="afterEffect">
                                  <p:stCondLst>
                                    <p:cond delay="0"/>
                                  </p:stCondLst>
                                  <p:childTnLst>
                                    <p:anim calcmode="lin" valueType="num">
                                      <p:cBhvr>
                                        <p:cTn id="40144" dur="1000" repeatCount="1000" spd="100%" accel="0%" decel="0%" fill="hold"/>
                                        <p:tgtEl>
                                          <p:spTgt spid="13"/>
                                        </p:tgtEl>
                                        <p:attrNameLst>
                                          <p:attrName>ppt_w</p:attrName>
                                        </p:attrNameLst>
                                      </p:cBhvr>
                                      <p:tavLst>
                                        <p:tav fmla="" tm="0">
                                          <p:val>
                                            <p:strVal val="#ppt_w*2.5"/>
                                          </p:val>
                                        </p:tav>
                                        <p:tav fmla="" tm="100000">
                                          <p:val>
                                            <p:strVal val="#ppt_w"/>
                                          </p:val>
                                        </p:tav>
                                      </p:tavLst>
                                    </p:anim>
                                    <p:anim calcmode="lin" valueType="num">
                                      <p:cBhvr>
                                        <p:cTn id="40145" dur="1000" repeatCount="1000" spd="100%" accel="0%" decel="0%" fill="hold"/>
                                        <p:tgtEl>
                                          <p:spTgt spid="13"/>
                                        </p:tgtEl>
                                        <p:attrNameLst>
                                          <p:attrName>ppt_h</p:attrName>
                                        </p:attrNameLst>
                                      </p:cBhvr>
                                      <p:tavLst>
                                        <p:tav fmla="" tm="0">
                                          <p:val>
                                            <p:strVal val="#ppt_h*0.01"/>
                                          </p:val>
                                        </p:tav>
                                        <p:tav fmla="" tm="100000">
                                          <p:val>
                                            <p:strVal val="#ppt_h"/>
                                          </p:val>
                                        </p:tav>
                                      </p:tavLst>
                                    </p:anim>
                                    <p:anim calcmode="lin" valueType="num">
                                      <p:cBhvr>
                                        <p:cTn id="40146" dur="1000" repeatCount="1000" spd="100%" accel="0%" decel="0%" fill="hold"/>
                                        <p:tgtEl>
                                          <p:spTgt spid="13"/>
                                        </p:tgtEl>
                                        <p:attrNameLst>
                                          <p:attrName>ppt_x</p:attrName>
                                        </p:attrNameLst>
                                      </p:cBhvr>
                                      <p:tavLst>
                                        <p:tav fmla="" tm="0">
                                          <p:val>
                                            <p:strVal val="#ppt_x"/>
                                          </p:val>
                                        </p:tav>
                                        <p:tav fmla="" tm="100000">
                                          <p:val>
                                            <p:strVal val="#ppt_x"/>
                                          </p:val>
                                        </p:tav>
                                      </p:tavLst>
                                    </p:anim>
                                    <p:anim calcmode="lin" valueType="num">
                                      <p:cBhvr>
                                        <p:cTn id="40147" dur="1000" repeatCount="1000" spd="100%" accel="0%" decel="0%" fill="hold"/>
                                        <p:tgtEl>
                                          <p:spTgt spid="13"/>
                                        </p:tgtEl>
                                        <p:attrNameLst>
                                          <p:attrName>ppt_y</p:attrName>
                                        </p:attrNameLst>
                                      </p:cBhvr>
                                      <p:tavLst>
                                        <p:tav fmla="" tm="0">
                                          <p:val>
                                            <p:strVal val="#ppt_h+1"/>
                                          </p:val>
                                        </p:tav>
                                        <p:tav fmla="" tm="100000">
                                          <p:val>
                                            <p:strVal val="#ppt_y"/>
                                          </p:val>
                                        </p:tav>
                                      </p:tavLst>
                                    </p:anim>
                                    <p:animEffect filter="fade" transition="in">
                                      <p:cBhvr>
                                        <p:cTn id="40143" dur="1000" repeatCount="1000" spd="100%" accel="0%" decel="0%"/>
                                        <p:tgtEl>
                                          <p:spTgt spid="13"/>
                                        </p:tgtEl>
                                      </p:cBhvr>
                                    </p:animEffect>
                                    <p:set>
                                      <p:cBhvr>
                                        <p:cTn id="40148" dur="1000" repeatCount="1000" spd="100%" accel="0%" decel="0%" fill="hold">
                                          <p:stCondLst>
                                            <p:cond delay="0"/>
                                          </p:stCondLst>
                                        </p:cTn>
                                        <p:tgtEl>
                                          <p:spTgt spid="13"/>
                                        </p:tgtEl>
                                        <p:attrNameLst>
                                          <p:attrName>style.visibility</p:attrName>
                                        </p:attrNameLst>
                                      </p:cBhvr>
                                      <p:to>
                                        <p:strVal val="visible"/>
                                      </p:to>
                                    </p:set>
                                  </p:childTnLst>
                                </p:cTn>
                              </p:par>
                            </p:childTnLst>
                          </p:cTn>
                        </p:par>
                        <p:par>
                          <p:cTn id="40149" repeatCount="1000" spd="100%" decel="0%" fill="hold">
                            <p:stCondLst>
                              <p:cond delay="0"/>
                            </p:stCondLst>
                            <p:childTnLst>
                              <p:par>
                                <p:cTn id="40150" presetID="52" presetClass="entr" presetSubtype="0" repeatCount="1000" spd="100%" decel="0%" fill="hold" nodeType="afterEffect">
                                  <p:stCondLst>
                                    <p:cond delay="0"/>
                                  </p:stCondLst>
                                  <p:childTnLst>
                                    <p:animEffect filter="fade" transition="in">
                                      <p:cBhvr>
                                        <p:cTn id="40151" dur="1000" repeatCount="1000" spd="100%" accel="0%" decel="0%"/>
                                        <p:tgtEl>
                                          <p:spTgt spid="9"/>
                                        </p:tgtEl>
                                      </p:cBhvr>
                                    </p:animEffect>
                                    <p:animMotion origin="layout" path="M -0.46736 0.92887 C -0.37517 0.88508  -0.02552 0.75279  0.0908 0.66613  C  0.20747 0.57948  0.21649 0.50394  0.23177 0.40825  C 0.24705 0.31256 0.22118 0.15964   0.18264 0.09152  C 0.1441 0.02341  0.03802 0.0  0.0 0.0  " pathEditMode="relative" ptsTypes="">
                                      <p:cBhvr>
                                        <p:cTn id="40152" dur="1000" repeatCount="1000" spd="100%" accel="0%" decel="50000" fill="hold">
                                          <p:stCondLst>
                                            <p:cond delay="0"/>
                                          </p:stCondLst>
                                        </p:cTn>
                                        <p:tgtEl>
                                          <p:spTgt spid="9"/>
                                        </p:tgtEl>
                                        <p:attrNameLst>
                                          <p:attrName>ppt_x</p:attrName>
                                          <p:attrName>ppt_y</p:attrName>
                                        </p:attrNameLst>
                                      </p:cBhvr>
                                    </p:animMotion>
                                    <p:animScale>
                                      <p:cBhvr>
                                        <p:cTn id="40153" dur="1000" repeatCount="1000" spd="100%" accel="0%" decel="50000" fill="hold">
                                          <p:stCondLst>
                                            <p:cond delay="0"/>
                                          </p:stCondLst>
                                        </p:cTn>
                                        <p:tgtEl>
                                          <p:spTgt spid="9"/>
                                        </p:tgtEl>
                                      </p:cBhvr>
                                      <p:from x="250000" y="250000"/>
                                      <p:to x="100000" y="100000"/>
                                    </p:animScale>
                                    <p:set>
                                      <p:cBhvr>
                                        <p:cTn id="40154" dur="1" repeatCount="1000" spd="100%" accel="0%" decel="0%" fill="hold">
                                          <p:stCondLst>
                                            <p:cond delay="0"/>
                                          </p:stCondLst>
                                        </p:cTn>
                                        <p:tgtEl>
                                          <p:spTgt spid="9"/>
                                        </p:tgtEl>
                                        <p:attrNameLst>
                                          <p:attrName>style.visibility</p:attrName>
                                        </p:attrNameLst>
                                      </p:cBhvr>
                                      <p:to>
                                        <p:strVal val="visible"/>
                                      </p:to>
                                    </p:set>
                                  </p:childTnLst>
                                </p:cTn>
                              </p:par>
                            </p:childTnLst>
                          </p:cTn>
                        </p:par>
                        <p:par>
                          <p:cTn id="40155" repeatCount="1000" spd="100%" decel="0%" fill="hold">
                            <p:stCondLst>
                              <p:cond delay="0"/>
                            </p:stCondLst>
                            <p:childTnLst>
                              <p:par>
                                <p:cTn id="40156" presetID="48" presetClass="entr" presetSubtype="0" repeatCount="1000" spd="100%" decel="0%" fill="hold" nodeType="afterEffect">
                                  <p:stCondLst>
                                    <p:cond delay="0"/>
                                  </p:stCondLst>
                                  <p:childTnLst>
                                    <p:anim calcmode="lin" valueType="num">
                                      <p:cBhvr>
                                        <p:cTn id="40158" dur="1000" repeatCount="1000" spd="100%" accel="0%" decel="0%" fill="hold"/>
                                        <p:tgtEl>
                                          <p:spTgt spid="8"/>
                                        </p:tgtEl>
                                        <p:attrNameLst>
                                          <p:attrName>style.rotation</p:attrName>
                                        </p:attrNameLst>
                                      </p:cBhvr>
                                      <p:tavLst>
                                        <p:tav fmla="" tm="0">
                                          <p:val>
                                            <p:fltVal val="90.0"/>
                                          </p:val>
                                        </p:tav>
                                        <p:tav fmla="" tm="80000">
                                          <p:val>
                                            <p:fltVal val="90.0"/>
                                          </p:val>
                                        </p:tav>
                                        <p:tav fmla="" tm="80000">
                                          <p:val>
                                            <p:fltVal val="90.0"/>
                                          </p:val>
                                        </p:tav>
                                        <p:tav fmla="" tm="100000">
                                          <p:val>
                                            <p:fltVal val="0.0"/>
                                          </p:val>
                                        </p:tav>
                                      </p:tavLst>
                                    </p:anim>
                                    <p:anim calcmode="lin" valueType="num">
                                      <p:cBhvr>
                                        <p:cTn id="40159" dur="1000" repeatCount="1000" spd="100%" accel="0%" decel="0%" fill="hold"/>
                                        <p:tgtEl>
                                          <p:spTgt spid="8"/>
                                        </p:tgtEl>
                                        <p:attrNameLst>
                                          <p:attrName>ppt_x</p:attrName>
                                        </p:attrNameLst>
                                      </p:cBhvr>
                                      <p:tavLst>
                                        <p:tav fmla="" tm="0">
                                          <p:val>
                                            <p:fltVal val="-1.0"/>
                                          </p:val>
                                        </p:tav>
                                        <p:tav fmla="" tm="50000">
                                          <p:val>
                                            <p:fltVal val="0.95"/>
                                          </p:val>
                                        </p:tav>
                                        <p:tav fmla="" tm="100000">
                                          <p:val>
                                            <p:strVal val="#ppt_x"/>
                                          </p:val>
                                        </p:tav>
                                      </p:tavLst>
                                    </p:anim>
                                    <p:anim calcmode="lin" valueType="num">
                                      <p:cBhvr>
                                        <p:cTn id="40160" dur="1000" repeatCount="1000" spd="100%" accel="0%" decel="0%" fill="hold"/>
                                        <p:tgtEl>
                                          <p:spTgt spid="8"/>
                                        </p:tgtEl>
                                        <p:attrNameLst>
                                          <p:attrName>ppt_y</p:attrName>
                                        </p:attrNameLst>
                                      </p:cBhvr>
                                      <p:tavLst>
                                        <p:tav fmla="" tm="0">
                                          <p:val>
                                            <p:strVal val="#ppt_y"/>
                                          </p:val>
                                        </p:tav>
                                        <p:tav fmla="" tm="100000">
                                          <p:val>
                                            <p:strVal val="#ppt_y"/>
                                          </p:val>
                                        </p:tav>
                                      </p:tavLst>
                                    </p:anim>
                                    <p:animEffect filter="fade" transition="in">
                                      <p:cBhvr>
                                        <p:cTn id="40157" dur="1000" repeatCount="1000" spd="100%" accel="0%" decel="0%"/>
                                        <p:tgtEl>
                                          <p:spTgt spid="8"/>
                                        </p:tgtEl>
                                      </p:cBhvr>
                                    </p:animEffect>
                                    <p:set>
                                      <p:cBhvr>
                                        <p:cTn id="40161" dur="1" repeatCount="1000" spd="100%" accel="0%" decel="0%"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AutoShape 2" id="2"/>
          <p:cNvSpPr/>
          <p:nvPr>
            <p:ph type="body" sz="quarter" idx="13"/>
          </p:nvPr>
        </p:nvSpPr>
        <p:spPr>
          <a:xfrm>
            <a:off x="6196394" y="3075057"/>
            <a:ext cx="5995606" cy="707886"/>
          </a:xfrm>
        </p:spPr>
        <p:txBody>
          <a:bodyPr vert="horz" anchor="b" tIns="45720" lIns="91440" bIns="45720" rIns="91440">
            <a:spAutoFit/>
          </a:bodyPr>
          <a:p>
            <a:pPr algn="l" indent="0" marL="0">
              <a:lnSpc>
                <a:spcPct val="100000"/>
              </a:lnSpc>
              <a:spcBef>
                <a:spcPct val="0"/>
              </a:spcBef>
            </a:pPr>
            <a:r>
              <a:rPr lang="zh-CN" b="true" i="true" sz="4000" baseline="0" u="none" altLang="en-US">
                <a:solidFill>
                  <a:srgbClr val="FFFFFF"/>
                </a:solidFill>
                <a:latin typeface="微软雅黑"/>
                <a:ea typeface="微软雅黑"/>
              </a:rPr>
              <a:t>Thank you for listening.</a:t>
            </a:r>
          </a:p>
        </p:txBody>
      </p:sp>
      <p:sp>
        <p:nvSpPr>
          <p:cNvPr name="TextBox 3" id="3"/>
          <p:cNvSpPr txBox="true"/>
          <p:nvPr/>
        </p:nvSpPr>
        <p:spPr>
          <a:xfrm>
            <a:off x="6096000" y="4090342"/>
            <a:ext cx="1370888" cy="313932"/>
          </a:xfrm>
          <a:prstGeom prst="rect">
            <a:avLst/>
          </a:prstGeom>
        </p:spPr>
        <p:txBody>
          <a:bodyPr anchor="t" rtlCol="false" vert="horz" tIns="45720" lIns="91440" bIns="45720" rIns="91440">
            <a:spAutoFit/>
          </a:bodyPr>
          <a:lstStyle/>
          <a:p>
            <a:pPr algn="l" indent="0" marL="0">
              <a:lnSpc>
                <a:spcPct val="90000"/>
              </a:lnSpc>
              <a:spcBef>
                <a:spcPts val="1000"/>
              </a:spcBef>
              <a:defRPr/>
            </a:pPr>
            <a:r>
              <a:rPr lang="zh-CN" b="false" i="true" sz="1600" baseline="0" u="none" altLang="en-US">
                <a:solidFill>
                  <a:srgbClr val="FFFFFF"/>
                </a:solidFill>
                <a:latin typeface="微软雅黑"/>
                <a:ea typeface="微软雅黑"/>
              </a:rPr>
              <a:t>Reporter</a:t>
            </a:r>
            <a:endParaRPr lang="en-US" sz="1100"/>
          </a:p>
        </p:txBody>
      </p:sp>
    </p:spTree>
  </p:cSld>
  <p:clrMapOvr>
    <a:masterClrMapping/>
  </p:clrMapOvr>
  <p:transition spd="med">
    <p:fade/>
  </p:transition>
  <p:timing>
    <p:tnLst>
      <p:par>
        <p:cTn id="42011" dur="indefinite" repeatCount="1000" spd="100%" accel="0%" decel="0%" restart="never" nodeType="tmRoot">
          <p:childTnLst>
            <p:seq concurrent="true" nextAc="seek">
              <p:cTn id="42012" dur="indefinite" repeatCount="1000" spd="100%" accel="0%" decel="0%" nodeType="mainSeq">
                <p:childTnLst>
                  <p:par>
                    <p:cTn id="42013" repeatCount="1000" spd="100%" accel="0%" decel="0%" fill="hold">
                      <p:stCondLst>
                        <p:cond delay="indefinite"/>
                        <p:cond evt="onBegin" delay="0">
                          <p:tn val="42012"/>
                        </p:cond>
                      </p:stCondLst>
                      <p:childTnLst>
                        <p:par>
                          <p:cTn id="42014" repeatCount="1000" spd="100%" decel="0%" fill="hold">
                            <p:stCondLst>
                              <p:cond delay="0"/>
                            </p:stCondLst>
                            <p:childTnLst>
                              <p:par>
                                <p:cTn id="42015" presetID="41" presetClass="entr" presetSubtype="0" repeatCount="1000" spd="100%" decel="0%" fill="hold" grpId="0" nodeType="afterEffect">
                                  <p:stCondLst>
                                    <p:cond delay="0"/>
                                  </p:stCondLst>
                                  <p:iterate type="lt">
                                    <p:tmPct val="10000"/>
                                  </p:iterate>
                                  <p:childTnLst>
                                    <p:anim calcmode="lin" valueType="num">
                                      <p:cBhvr>
                                        <p:cTn id="42017" dur="1000" repeatCount="1000" spd="100%" accel="0%" decel="0%" fill="hold"/>
                                        <p:tgtEl>
                                          <p:spTgt spid="2"/>
                                        </p:tgtEl>
                                        <p:attrNameLst>
                                          <p:attrName>ppt_x</p:attrName>
                                        </p:attrNameLst>
                                      </p:cBhvr>
                                      <p:tavLst>
                                        <p:tav fmla="" tm="0">
                                          <p:val>
                                            <p:strVal val="#ppt_x"/>
                                          </p:val>
                                        </p:tav>
                                        <p:tav fmla="" tm="50000">
                                          <p:val>
                                            <p:strVal val="#ppt_x+.1"/>
                                          </p:val>
                                        </p:tav>
                                        <p:tav fmla="" tm="100000">
                                          <p:val>
                                            <p:strVal val="#ppt_x"/>
                                          </p:val>
                                        </p:tav>
                                      </p:tavLst>
                                    </p:anim>
                                    <p:anim calcmode="lin" valueType="num">
                                      <p:cBhvr>
                                        <p:cTn id="42018" dur="1000" repeatCount="1000" spd="100%" accel="0%" decel="0%" fill="hold"/>
                                        <p:tgtEl>
                                          <p:spTgt spid="2"/>
                                        </p:tgtEl>
                                        <p:attrNameLst>
                                          <p:attrName>ppt_y</p:attrName>
                                        </p:attrNameLst>
                                      </p:cBhvr>
                                      <p:tavLst>
                                        <p:tav fmla="" tm="0">
                                          <p:val>
                                            <p:strVal val="#ppt_y"/>
                                          </p:val>
                                        </p:tav>
                                        <p:tav fmla="" tm="100000">
                                          <p:val>
                                            <p:strVal val="#ppt_y"/>
                                          </p:val>
                                        </p:tav>
                                      </p:tavLst>
                                    </p:anim>
                                    <p:anim calcmode="lin" valueType="num">
                                      <p:cBhvr>
                                        <p:cTn id="42019" dur="1000" repeatCount="1000" spd="100%" accel="0%" decel="0%" fill="hold"/>
                                        <p:tgtEl>
                                          <p:spTgt spid="2"/>
                                        </p:tgtEl>
                                        <p:attrNameLst>
                                          <p:attrName>ppt_h</p:attrName>
                                        </p:attrNameLst>
                                      </p:cBhvr>
                                      <p:tavLst>
                                        <p:tav fmla="" tm="0">
                                          <p:val>
                                            <p:strVal val="#ppt_h/10"/>
                                          </p:val>
                                        </p:tav>
                                        <p:tav fmla="" tm="50000">
                                          <p:val>
                                            <p:strVal val="#ppt_h+.01"/>
                                          </p:val>
                                        </p:tav>
                                        <p:tav fmla="" tm="100000">
                                          <p:val>
                                            <p:strVal val="#ppt_h"/>
                                          </p:val>
                                        </p:tav>
                                      </p:tavLst>
                                    </p:anim>
                                    <p:anim calcmode="lin" valueType="num">
                                      <p:cBhvr>
                                        <p:cTn id="42020" dur="1000" repeatCount="1000" spd="100%" accel="0%" decel="0%" fill="hold"/>
                                        <p:tgtEl>
                                          <p:spTgt spid="2"/>
                                        </p:tgtEl>
                                        <p:attrNameLst>
                                          <p:attrName>ppt_w</p:attrName>
                                        </p:attrNameLst>
                                      </p:cBhvr>
                                      <p:tavLst>
                                        <p:tav fmla="" tm="0">
                                          <p:val>
                                            <p:strVal val="#ppt_w/10"/>
                                          </p:val>
                                        </p:tav>
                                        <p:tav fmla="" tm="50000">
                                          <p:val>
                                            <p:strVal val="#ppt_w+.01"/>
                                          </p:val>
                                        </p:tav>
                                        <p:tav fmla="" tm="100000">
                                          <p:val>
                                            <p:strVal val="#ppt_w"/>
                                          </p:val>
                                        </p:tav>
                                      </p:tavLst>
                                    </p:anim>
                                    <p:animEffect filter="fade" transition="in">
                                      <p:cBhvr>
                                        <p:cTn id="42016" dur="1000" repeatCount="1000" spd="100%" accel="0%" decel="0%" tmFilter="0,0; .5, 1; 1, 1"/>
                                        <p:tgtEl>
                                          <p:spTgt spid="2"/>
                                        </p:tgtEl>
                                      </p:cBhvr>
                                    </p:animEffect>
                                    <p:set>
                                      <p:cBhvr>
                                        <p:cTn id="42021" dur="1000" repeatCount="1000" spd="100%" accel="0%" decel="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grpId="0" spid="2"/>
    </p:bldLst>
  </p:timing>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01EEE6"/>
      </a:accent1>
      <a:accent2>
        <a:srgbClr val="BE02DB"/>
      </a:accent2>
      <a:accent3>
        <a:srgbClr val="01EEE6"/>
      </a:accent3>
      <a:accent4>
        <a:srgbClr val="BE02DB"/>
      </a:accent4>
      <a:accent5>
        <a:srgbClr val="01EEE6"/>
      </a:accent5>
      <a:accent6>
        <a:srgbClr val="BE02DB"/>
      </a:accent6>
      <a:hlink>
        <a:srgbClr val="4472C4"/>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0</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cp:lastModifiedBy>卓伟 罗</cp:lastModifiedBy>
  <dcterms:modified xsi:type="dcterms:W3CDTF">2024-05-20T00:48:33Z</dcterms:modified>
  <cp:revision>2</cp:revision>
</cp:coreProperties>
</file>